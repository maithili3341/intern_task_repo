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4" r:id="rId4"/>
  </p:sldMasterIdLst>
  <p:notesMasterIdLst>
    <p:notesMasterId r:id="rId14"/>
  </p:notesMasterIdLst>
  <p:handoutMasterIdLst>
    <p:handoutMasterId r:id="rId15"/>
  </p:handoutMasterIdLst>
  <p:sldIdLst>
    <p:sldId id="390" r:id="rId5"/>
    <p:sldId id="413" r:id="rId6"/>
    <p:sldId id="414" r:id="rId7"/>
    <p:sldId id="415" r:id="rId8"/>
    <p:sldId id="416" r:id="rId9"/>
    <p:sldId id="418" r:id="rId10"/>
    <p:sldId id="417" r:id="rId11"/>
    <p:sldId id="400" r:id="rId12"/>
    <p:sldId id="369" r:id="rId13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16"/>
      <p:bold r:id="rId17"/>
      <p:italic r:id="rId18"/>
      <p:boldItalic r:id="rId19"/>
    </p:embeddedFont>
    <p:embeddedFont>
      <p:font typeface="Sanofi Sans" panose="020B0604020202020204" charset="0"/>
      <p:regular r:id="rId20"/>
      <p:bold r:id="rId21"/>
      <p:italic r:id="rId22"/>
      <p:boldItalic r:id="rId23"/>
    </p:embeddedFont>
    <p:embeddedFont>
      <p:font typeface="Sanofi Sans 3 Regular" panose="020B0604020202020204" charset="0"/>
      <p:regular r:id="rId24"/>
      <p:bold r:id="rId25"/>
      <p:italic r:id="rId26"/>
      <p:boldItalic r:id="rId27"/>
    </p:embeddedFont>
    <p:embeddedFont>
      <p:font typeface="Sanofi Serif" panose="020B0604020202020204" charset="0"/>
      <p:regular r:id="rId28"/>
      <p:bold r:id="rId29"/>
      <p:italic r:id="rId30"/>
      <p:boldItalic r:id="rId31"/>
    </p:embeddedFont>
    <p:embeddedFont>
      <p:font typeface="Verdana" panose="020B0604030504040204" pitchFamily="3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s" id="{624E71A9-43C2-4521-928E-A629A542EB4A}">
          <p14:sldIdLst>
            <p14:sldId id="390"/>
            <p14:sldId id="413"/>
            <p14:sldId id="414"/>
            <p14:sldId id="415"/>
            <p14:sldId id="416"/>
            <p14:sldId id="418"/>
            <p14:sldId id="417"/>
          </p14:sldIdLst>
        </p14:section>
        <p14:section name="End slides" id="{B0007F44-3D43-45C1-A9FC-7EF832FCCF0A}">
          <p14:sldIdLst>
            <p14:sldId id="400"/>
            <p14:sldId id="36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7A00E6"/>
    <a:srgbClr val="E9E6ED"/>
    <a:srgbClr val="F5F5F5"/>
    <a:srgbClr val="23004C"/>
    <a:srgbClr val="F5F3F8"/>
    <a:srgbClr val="FFF3CF"/>
    <a:srgbClr val="FFE6A0"/>
    <a:srgbClr val="FFDA70"/>
    <a:srgbClr val="FFC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84083C-1A75-4D06-AB75-6054927CB912}" v="168" dt="2026-02-01T14:55:50.514"/>
  </p1510:revLst>
</p1510:revInfo>
</file>

<file path=ppt/tableStyles.xml><?xml version="1.0" encoding="utf-8"?>
<a:tblStyleLst xmlns:a="http://schemas.openxmlformats.org/drawingml/2006/main" def="{F800B559-55DF-4324-A70D-7A5FB1BD5379}">
  <a:tblStyle styleId="{F800B559-55DF-4324-A70D-7A5FB1BD5379}" styleName="Sanofi">
    <a:wholeTbl>
      <a:tcTxStyle>
        <a:fontRef idx="minor">
          <a:schemeClr val="dk1"/>
        </a:fontRef>
        <a:schemeClr val="dk1"/>
      </a:tcTxStyle>
      <a:tcStyle>
        <a:tcBdr>
          <a:left>
            <a:ln w="2500" cmpd="sng">
              <a:solidFill>
                <a:schemeClr val="lt2"/>
              </a:solidFill>
            </a:ln>
          </a:left>
          <a:right>
            <a:ln w="2500" cmpd="sng">
              <a:solidFill>
                <a:schemeClr val="lt2"/>
              </a:solidFill>
            </a:ln>
          </a:right>
          <a:top>
            <a:ln w="2500" cmpd="sng">
              <a:solidFill>
                <a:schemeClr val="lt2"/>
              </a:solidFill>
            </a:ln>
          </a:top>
          <a:bottom>
            <a:ln w="2500" cmpd="sng">
              <a:solidFill>
                <a:schemeClr val="lt2"/>
              </a:solidFill>
            </a:ln>
          </a:bottom>
          <a:insideH>
            <a:ln w="2500" cmpd="sng">
              <a:solidFill>
                <a:schemeClr val="lt2"/>
              </a:solidFill>
            </a:ln>
          </a:insideH>
          <a:insideV>
            <a:ln w="2500" cmpd="sng">
              <a:solidFill>
                <a:schemeClr val="lt2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>
          <a:left>
            <a:ln w="2500" cmpd="sng">
              <a:solidFill>
                <a:schemeClr val="lt1"/>
              </a:solidFill>
            </a:ln>
          </a:left>
          <a:right>
            <a:ln w="2500" cmpd="sng">
              <a:solidFill>
                <a:schemeClr val="lt1"/>
              </a:solidFill>
            </a:ln>
          </a:right>
          <a:top>
            <a:ln w="2500" cmpd="sng">
              <a:solidFill>
                <a:schemeClr val="lt1"/>
              </a:solidFill>
            </a:ln>
          </a:top>
          <a:bottom>
            <a:ln w="2500" cmpd="sng">
              <a:solidFill>
                <a:schemeClr val="lt1"/>
              </a:solidFill>
            </a:ln>
          </a:bottom>
          <a:insideH>
            <a:ln w="2500" cmpd="sng">
              <a:solidFill>
                <a:schemeClr val="lt1"/>
              </a:solidFill>
            </a:ln>
          </a:insideH>
          <a:insideV>
            <a:ln w="2500" cmpd="sng">
              <a:solidFill>
                <a:schemeClr val="lt1"/>
              </a:solidFill>
            </a:ln>
          </a:insideV>
        </a:tcBdr>
        <a:fill>
          <a:solidFill>
            <a:schemeClr val="dk2"/>
          </a:solidFill>
        </a:fill>
      </a:tcStyle>
    </a:band1H>
    <a:band2H>
      <a:tcStyle>
        <a:tcBdr/>
      </a:tcStyle>
    </a:band2H>
    <a:band1V>
      <a:tcStyle>
        <a:tcBdr>
          <a:left>
            <a:ln w="2500" cmpd="sng">
              <a:solidFill>
                <a:schemeClr val="lt1"/>
              </a:solidFill>
            </a:ln>
          </a:left>
          <a:right>
            <a:ln w="2500" cmpd="sng">
              <a:solidFill>
                <a:schemeClr val="lt1"/>
              </a:solidFill>
            </a:ln>
          </a:right>
          <a:top>
            <a:ln w="2500" cmpd="sng">
              <a:solidFill>
                <a:schemeClr val="lt1"/>
              </a:solidFill>
            </a:ln>
          </a:top>
          <a:bottom>
            <a:ln w="2500" cmpd="sng">
              <a:solidFill>
                <a:schemeClr val="lt1"/>
              </a:solidFill>
            </a:ln>
          </a:bottom>
          <a:insideH>
            <a:ln w="2500" cmpd="sng">
              <a:solidFill>
                <a:schemeClr val="lt1"/>
              </a:solidFill>
            </a:ln>
          </a:insideH>
          <a:insideV>
            <a:ln w="2500" cmpd="sng">
              <a:solidFill>
                <a:schemeClr val="lt1"/>
              </a:solidFill>
            </a:ln>
          </a:insideV>
        </a:tcBdr>
        <a:fill>
          <a:solidFill>
            <a:schemeClr val="dk2"/>
          </a:solidFill>
        </a:fill>
      </a:tcStyle>
    </a:band1V>
    <a:band2V>
      <a:tcStyle>
        <a:tcBdr/>
      </a:tcStyle>
    </a:band2V>
    <a:lastCol>
      <a:tcTxStyle b="off">
        <a:fontRef idx="minor">
          <a:schemeClr val="dk1"/>
        </a:fontRef>
        <a:schemeClr val="dk1"/>
      </a:tcTxStyle>
      <a:tcStyle>
        <a:tcBdr/>
        <a:fill>
          <a:solidFill>
            <a:schemeClr val="dk2"/>
          </a:solidFill>
        </a:fill>
      </a:tcStyle>
    </a:lastCol>
    <a:firstCol>
      <a:tcTxStyle b="off">
        <a:fontRef idx="minor">
          <a:schemeClr val="dk1"/>
        </a:fontRef>
        <a:schemeClr val="dk1"/>
      </a:tcTxStyle>
      <a:tcStyle>
        <a:tcBdr/>
        <a:fill>
          <a:solidFill>
            <a:schemeClr val="dk2"/>
          </a:solidFill>
        </a:fill>
      </a:tcStyle>
    </a:firstCol>
    <a:lastRow>
      <a:tcTxStyle b="on">
        <a:fontRef idx="major">
          <a:schemeClr val="dk1"/>
        </a:fontRef>
        <a:schemeClr val="dk1"/>
      </a:tcTxStyle>
      <a:tcStyle>
        <a:tcBdr/>
        <a:fill>
          <a:solidFill>
            <a:schemeClr val="dk2"/>
          </a:solidFill>
        </a:fill>
      </a:tcStyle>
    </a:lastRow>
    <a:firstRow>
      <a:tcTxStyle b="off">
        <a:fontRef idx="major">
          <a:schemeClr val="lt2"/>
        </a:fontRef>
        <a:schemeClr val="lt2"/>
      </a:tcTxStyle>
      <a:tcStyle>
        <a:tcBdr>
          <a:bottom>
            <a:ln w="36000" cmpd="sng">
              <a:solidFill>
                <a:schemeClr val="accent2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Ref idx="1">
          <a:schemeClr val="accent2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05" autoAdjust="0"/>
    <p:restoredTop sz="94404" autoAdjust="0"/>
  </p:normalViewPr>
  <p:slideViewPr>
    <p:cSldViewPr snapToGrid="0">
      <p:cViewPr varScale="1">
        <p:scale>
          <a:sx n="93" d="100"/>
          <a:sy n="93" d="100"/>
        </p:scale>
        <p:origin x="524" y="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tableStyles" Target="tableStyles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ukuri, Maithili /IN/EXT" userId="0fd1118d-8056-4083-9cd1-a66ddfe27257" providerId="ADAL" clId="{D30354AD-F7E8-467D-AEA8-D02D8489FC29}"/>
    <pc:docChg chg="undo custSel modSld">
      <pc:chgData name="Atukuri, Maithili /IN/EXT" userId="0fd1118d-8056-4083-9cd1-a66ddfe27257" providerId="ADAL" clId="{D30354AD-F7E8-467D-AEA8-D02D8489FC29}" dt="2026-02-01T14:55:50.514" v="360" actId="27918"/>
      <pc:docMkLst>
        <pc:docMk/>
      </pc:docMkLst>
      <pc:sldChg chg="delSp mod">
        <pc:chgData name="Atukuri, Maithili /IN/EXT" userId="0fd1118d-8056-4083-9cd1-a66ddfe27257" providerId="ADAL" clId="{D30354AD-F7E8-467D-AEA8-D02D8489FC29}" dt="2026-02-01T14:53:34.634" v="337" actId="21"/>
        <pc:sldMkLst>
          <pc:docMk/>
          <pc:sldMk cId="3540412354" sldId="413"/>
        </pc:sldMkLst>
        <pc:spChg chg="del">
          <ac:chgData name="Atukuri, Maithili /IN/EXT" userId="0fd1118d-8056-4083-9cd1-a66ddfe27257" providerId="ADAL" clId="{D30354AD-F7E8-467D-AEA8-D02D8489FC29}" dt="2026-02-01T14:53:34.634" v="337" actId="21"/>
          <ac:spMkLst>
            <pc:docMk/>
            <pc:sldMk cId="3540412354" sldId="413"/>
            <ac:spMk id="2" creationId="{1F4CF5B5-7645-F34A-92EF-C75F0A49106A}"/>
          </ac:spMkLst>
        </pc:spChg>
      </pc:sldChg>
      <pc:sldChg chg="delSp mod">
        <pc:chgData name="Atukuri, Maithili /IN/EXT" userId="0fd1118d-8056-4083-9cd1-a66ddfe27257" providerId="ADAL" clId="{D30354AD-F7E8-467D-AEA8-D02D8489FC29}" dt="2026-02-01T14:53:40.986" v="338" actId="21"/>
        <pc:sldMkLst>
          <pc:docMk/>
          <pc:sldMk cId="882392240" sldId="414"/>
        </pc:sldMkLst>
        <pc:spChg chg="del">
          <ac:chgData name="Atukuri, Maithili /IN/EXT" userId="0fd1118d-8056-4083-9cd1-a66ddfe27257" providerId="ADAL" clId="{D30354AD-F7E8-467D-AEA8-D02D8489FC29}" dt="2026-02-01T14:53:40.986" v="338" actId="21"/>
          <ac:spMkLst>
            <pc:docMk/>
            <pc:sldMk cId="882392240" sldId="414"/>
            <ac:spMk id="2" creationId="{10AEBC71-CDA0-4B8D-C8A5-563E6B913987}"/>
          </ac:spMkLst>
        </pc:spChg>
      </pc:sldChg>
      <pc:sldChg chg="addSp delSp modSp mod">
        <pc:chgData name="Atukuri, Maithili /IN/EXT" userId="0fd1118d-8056-4083-9cd1-a66ddfe27257" providerId="ADAL" clId="{D30354AD-F7E8-467D-AEA8-D02D8489FC29}" dt="2026-02-01T14:52:53.769" v="336" actId="208"/>
        <pc:sldMkLst>
          <pc:docMk/>
          <pc:sldMk cId="1587743670" sldId="416"/>
        </pc:sldMkLst>
        <pc:spChg chg="del">
          <ac:chgData name="Atukuri, Maithili /IN/EXT" userId="0fd1118d-8056-4083-9cd1-a66ddfe27257" providerId="ADAL" clId="{D30354AD-F7E8-467D-AEA8-D02D8489FC29}" dt="2026-02-01T13:00:11.904" v="3" actId="21"/>
          <ac:spMkLst>
            <pc:docMk/>
            <pc:sldMk cId="1587743670" sldId="416"/>
            <ac:spMk id="2" creationId="{9C08CB01-9831-EAFA-F2DB-BD508DF0FCA1}"/>
          </ac:spMkLst>
        </pc:spChg>
        <pc:spChg chg="mod">
          <ac:chgData name="Atukuri, Maithili /IN/EXT" userId="0fd1118d-8056-4083-9cd1-a66ddfe27257" providerId="ADAL" clId="{D30354AD-F7E8-467D-AEA8-D02D8489FC29}" dt="2026-02-01T14:38:54.644" v="234" actId="1076"/>
          <ac:spMkLst>
            <pc:docMk/>
            <pc:sldMk cId="1587743670" sldId="416"/>
            <ac:spMk id="3" creationId="{8C171544-B345-828F-C4E0-DB74F49FDABF}"/>
          </ac:spMkLst>
        </pc:spChg>
        <pc:spChg chg="mod">
          <ac:chgData name="Atukuri, Maithili /IN/EXT" userId="0fd1118d-8056-4083-9cd1-a66ddfe27257" providerId="ADAL" clId="{D30354AD-F7E8-467D-AEA8-D02D8489FC29}" dt="2026-02-01T14:38:54.644" v="234" actId="1076"/>
          <ac:spMkLst>
            <pc:docMk/>
            <pc:sldMk cId="1587743670" sldId="416"/>
            <ac:spMk id="4" creationId="{C76C3EA9-1E8C-B3FF-C532-AF37A94F56BA}"/>
          </ac:spMkLst>
        </pc:spChg>
        <pc:spChg chg="mod">
          <ac:chgData name="Atukuri, Maithili /IN/EXT" userId="0fd1118d-8056-4083-9cd1-a66ddfe27257" providerId="ADAL" clId="{D30354AD-F7E8-467D-AEA8-D02D8489FC29}" dt="2026-02-01T14:38:54.644" v="234" actId="1076"/>
          <ac:spMkLst>
            <pc:docMk/>
            <pc:sldMk cId="1587743670" sldId="416"/>
            <ac:spMk id="8" creationId="{DE046C1C-3ECE-702D-71FC-3664B6A195E9}"/>
          </ac:spMkLst>
        </pc:spChg>
        <pc:spChg chg="del mod">
          <ac:chgData name="Atukuri, Maithili /IN/EXT" userId="0fd1118d-8056-4083-9cd1-a66ddfe27257" providerId="ADAL" clId="{D30354AD-F7E8-467D-AEA8-D02D8489FC29}" dt="2026-02-01T14:04:08.585" v="41" actId="21"/>
          <ac:spMkLst>
            <pc:docMk/>
            <pc:sldMk cId="1587743670" sldId="416"/>
            <ac:spMk id="13" creationId="{643BA835-4D16-06CC-A9D8-8CC18113B587}"/>
          </ac:spMkLst>
        </pc:spChg>
        <pc:spChg chg="del mod">
          <ac:chgData name="Atukuri, Maithili /IN/EXT" userId="0fd1118d-8056-4083-9cd1-a66ddfe27257" providerId="ADAL" clId="{D30354AD-F7E8-467D-AEA8-D02D8489FC29}" dt="2026-02-01T14:04:20.340" v="43" actId="21"/>
          <ac:spMkLst>
            <pc:docMk/>
            <pc:sldMk cId="1587743670" sldId="416"/>
            <ac:spMk id="18" creationId="{49442B7D-EB73-7ACD-8A81-F910885730DE}"/>
          </ac:spMkLst>
        </pc:spChg>
        <pc:graphicFrameChg chg="add del mod">
          <ac:chgData name="Atukuri, Maithili /IN/EXT" userId="0fd1118d-8056-4083-9cd1-a66ddfe27257" providerId="ADAL" clId="{D30354AD-F7E8-467D-AEA8-D02D8489FC29}" dt="2026-02-01T14:21:48.600" v="140" actId="21"/>
          <ac:graphicFrameMkLst>
            <pc:docMk/>
            <pc:sldMk cId="1587743670" sldId="416"/>
            <ac:graphicFrameMk id="6" creationId="{C9F796A5-384F-45F3-7308-B4CA04A53A1A}"/>
          </ac:graphicFrameMkLst>
        </pc:graphicFrameChg>
        <pc:graphicFrameChg chg="mod">
          <ac:chgData name="Atukuri, Maithili /IN/EXT" userId="0fd1118d-8056-4083-9cd1-a66ddfe27257" providerId="ADAL" clId="{D30354AD-F7E8-467D-AEA8-D02D8489FC29}" dt="2026-02-01T14:38:54.644" v="234" actId="1076"/>
          <ac:graphicFrameMkLst>
            <pc:docMk/>
            <pc:sldMk cId="1587743670" sldId="416"/>
            <ac:graphicFrameMk id="9" creationId="{18CB9595-8146-2EEA-188F-BF82995576B4}"/>
          </ac:graphicFrameMkLst>
        </pc:graphicFrameChg>
        <pc:graphicFrameChg chg="add mod">
          <ac:chgData name="Atukuri, Maithili /IN/EXT" userId="0fd1118d-8056-4083-9cd1-a66ddfe27257" providerId="ADAL" clId="{D30354AD-F7E8-467D-AEA8-D02D8489FC29}" dt="2026-02-01T14:52:53.769" v="336" actId="208"/>
          <ac:graphicFrameMkLst>
            <pc:docMk/>
            <pc:sldMk cId="1587743670" sldId="416"/>
            <ac:graphicFrameMk id="11" creationId="{9E375B69-74AC-421E-CBB0-0B10B74622F6}"/>
          </ac:graphicFrameMkLst>
        </pc:graphicFrameChg>
        <pc:graphicFrameChg chg="add del mod">
          <ac:chgData name="Atukuri, Maithili /IN/EXT" userId="0fd1118d-8056-4083-9cd1-a66ddfe27257" providerId="ADAL" clId="{D30354AD-F7E8-467D-AEA8-D02D8489FC29}" dt="2026-02-01T12:56:11.907" v="2" actId="478"/>
          <ac:graphicFrameMkLst>
            <pc:docMk/>
            <pc:sldMk cId="1587743670" sldId="416"/>
            <ac:graphicFrameMk id="11" creationId="{B8476138-C206-E8FB-005E-65F67D164E27}"/>
          </ac:graphicFrameMkLst>
        </pc:graphicFrameChg>
        <pc:graphicFrameChg chg="add del mod">
          <ac:chgData name="Atukuri, Maithili /IN/EXT" userId="0fd1118d-8056-4083-9cd1-a66ddfe27257" providerId="ADAL" clId="{D30354AD-F7E8-467D-AEA8-D02D8489FC29}" dt="2026-02-01T14:12:40.887" v="88" actId="478"/>
          <ac:graphicFrameMkLst>
            <pc:docMk/>
            <pc:sldMk cId="1587743670" sldId="416"/>
            <ac:graphicFrameMk id="17" creationId="{317A9979-0B9F-382F-4D79-F24403D6C048}"/>
          </ac:graphicFrameMkLst>
        </pc:graphicFrameChg>
        <pc:graphicFrameChg chg="add del mod">
          <ac:chgData name="Atukuri, Maithili /IN/EXT" userId="0fd1118d-8056-4083-9cd1-a66ddfe27257" providerId="ADAL" clId="{D30354AD-F7E8-467D-AEA8-D02D8489FC29}" dt="2026-02-01T14:18:50.584" v="126" actId="21"/>
          <ac:graphicFrameMkLst>
            <pc:docMk/>
            <pc:sldMk cId="1587743670" sldId="416"/>
            <ac:graphicFrameMk id="21" creationId="{269C4F85-81D3-85BA-EBFA-59A53B844782}"/>
          </ac:graphicFrameMkLst>
        </pc:graphicFrameChg>
      </pc:sldChg>
      <pc:sldChg chg="addSp delSp modSp mod">
        <pc:chgData name="Atukuri, Maithili /IN/EXT" userId="0fd1118d-8056-4083-9cd1-a66ddfe27257" providerId="ADAL" clId="{D30354AD-F7E8-467D-AEA8-D02D8489FC29}" dt="2026-02-01T13:52:50.656" v="7" actId="21"/>
        <pc:sldMkLst>
          <pc:docMk/>
          <pc:sldMk cId="2404857532" sldId="417"/>
        </pc:sldMkLst>
        <pc:graphicFrameChg chg="add del mod">
          <ac:chgData name="Atukuri, Maithili /IN/EXT" userId="0fd1118d-8056-4083-9cd1-a66ddfe27257" providerId="ADAL" clId="{D30354AD-F7E8-467D-AEA8-D02D8489FC29}" dt="2026-02-01T13:52:50.656" v="7" actId="21"/>
          <ac:graphicFrameMkLst>
            <pc:docMk/>
            <pc:sldMk cId="2404857532" sldId="417"/>
            <ac:graphicFrameMk id="4" creationId="{5EB041F3-F1C8-DD64-6D9A-07F82D2FF1BA}"/>
          </ac:graphicFrameMkLst>
        </pc:graphicFrameChg>
      </pc:sldChg>
      <pc:sldChg chg="addSp delSp modSp mod">
        <pc:chgData name="Atukuri, Maithili /IN/EXT" userId="0fd1118d-8056-4083-9cd1-a66ddfe27257" providerId="ADAL" clId="{D30354AD-F7E8-467D-AEA8-D02D8489FC29}" dt="2026-02-01T14:55:50.514" v="360" actId="27918"/>
        <pc:sldMkLst>
          <pc:docMk/>
          <pc:sldMk cId="1537049456" sldId="418"/>
        </pc:sldMkLst>
        <pc:spChg chg="del">
          <ac:chgData name="Atukuri, Maithili /IN/EXT" userId="0fd1118d-8056-4083-9cd1-a66ddfe27257" providerId="ADAL" clId="{D30354AD-F7E8-467D-AEA8-D02D8489FC29}" dt="2026-02-01T14:48:57.377" v="282" actId="21"/>
          <ac:spMkLst>
            <pc:docMk/>
            <pc:sldMk cId="1537049456" sldId="418"/>
            <ac:spMk id="2" creationId="{485B1ABB-C3D3-ACD2-5853-0FAA8A278F0B}"/>
          </ac:spMkLst>
        </pc:spChg>
        <pc:spChg chg="mod">
          <ac:chgData name="Atukuri, Maithili /IN/EXT" userId="0fd1118d-8056-4083-9cd1-a66ddfe27257" providerId="ADAL" clId="{D30354AD-F7E8-467D-AEA8-D02D8489FC29}" dt="2026-02-01T14:49:43.698" v="289" actId="1076"/>
          <ac:spMkLst>
            <pc:docMk/>
            <pc:sldMk cId="1537049456" sldId="418"/>
            <ac:spMk id="9" creationId="{04D5AAF0-334A-BC76-E6B3-E85156513BB1}"/>
          </ac:spMkLst>
        </pc:spChg>
        <pc:spChg chg="mod">
          <ac:chgData name="Atukuri, Maithili /IN/EXT" userId="0fd1118d-8056-4083-9cd1-a66ddfe27257" providerId="ADAL" clId="{D30354AD-F7E8-467D-AEA8-D02D8489FC29}" dt="2026-02-01T14:48:45.945" v="281" actId="1076"/>
          <ac:spMkLst>
            <pc:docMk/>
            <pc:sldMk cId="1537049456" sldId="418"/>
            <ac:spMk id="12" creationId="{57FDBFA4-86B7-DA7F-219F-B7A916AD5A45}"/>
          </ac:spMkLst>
        </pc:spChg>
        <pc:graphicFrameChg chg="add mod">
          <ac:chgData name="Atukuri, Maithili /IN/EXT" userId="0fd1118d-8056-4083-9cd1-a66ddfe27257" providerId="ADAL" clId="{D30354AD-F7E8-467D-AEA8-D02D8489FC29}" dt="2026-02-01T14:55:41.597" v="355" actId="14100"/>
          <ac:graphicFrameMkLst>
            <pc:docMk/>
            <pc:sldMk cId="1537049456" sldId="418"/>
            <ac:graphicFrameMk id="7" creationId="{72C8B563-1102-31B9-24D7-02CA8425728A}"/>
          </ac:graphicFrameMkLst>
        </pc:graphicFrameChg>
        <pc:graphicFrameChg chg="mod modGraphic">
          <ac:chgData name="Atukuri, Maithili /IN/EXT" userId="0fd1118d-8056-4083-9cd1-a66ddfe27257" providerId="ADAL" clId="{D30354AD-F7E8-467D-AEA8-D02D8489FC29}" dt="2026-02-01T14:49:23.518" v="286" actId="1076"/>
          <ac:graphicFrameMkLst>
            <pc:docMk/>
            <pc:sldMk cId="1537049456" sldId="418"/>
            <ac:graphicFrameMk id="10" creationId="{F73B9434-55A7-D4A9-BEA7-4C21628463D8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2128" b="1" i="0" u="none" strike="noStrike" kern="1200" cap="all" spc="12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latin typeface="Sanofi Serif" panose="020B0604020202020204" charset="0"/>
              </a:rPr>
              <a:t>Q2 2025 Sales Growth at Constant Exchange Rates </a:t>
            </a:r>
            <a:endParaRPr lang="en-IN" sz="1400" dirty="0">
              <a:latin typeface="Sanofi Serif" panose="020B0604020202020204" charset="0"/>
            </a:endParaRPr>
          </a:p>
        </c:rich>
      </c:tx>
      <c:layout>
        <c:manualLayout>
          <c:xMode val="edge"/>
          <c:yMode val="edge"/>
          <c:x val="0.12930977701077409"/>
          <c:y val="4.1646272098769484E-2"/>
        </c:manualLayout>
      </c:layout>
      <c:overlay val="0"/>
      <c:spPr>
        <a:noFill/>
        <a:ln>
          <a:solidFill>
            <a:schemeClr val="bg1"/>
          </a:solidFill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2128" b="1" i="0" u="none" strike="noStrike" kern="1200" cap="all" spc="120" normalizeH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in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Company Sales</c:v>
                </c:pt>
                <c:pt idx="1">
                  <c:v>Business EPS</c:v>
                </c:pt>
                <c:pt idx="2">
                  <c:v>Pharma Launches Sales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1.59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4E-4994-8221-79C6610660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Company Sales</c:v>
                </c:pt>
                <c:pt idx="1">
                  <c:v>Business EPS</c:v>
                </c:pt>
                <c:pt idx="2">
                  <c:v>Pharma Launches Sales</c:v>
                </c:pt>
              </c:strCache>
            </c:strRef>
          </c:cat>
          <c:val>
            <c:numRef>
              <c:f>Sheet1!$C$2:$C$4</c:f>
              <c:numCache>
                <c:formatCode>0.00%</c:formatCode>
                <c:ptCount val="3"/>
                <c:pt idx="0">
                  <c:v>0.10100000000000001</c:v>
                </c:pt>
                <c:pt idx="1">
                  <c:v>8.3000000000000004E-2</c:v>
                </c:pt>
                <c:pt idx="2">
                  <c:v>0.39800000000000002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4E-4994-8221-79C66106600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1021123056"/>
        <c:axId val="1021127376"/>
      </c:barChart>
      <c:catAx>
        <c:axId val="1021123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1127376"/>
        <c:crosses val="autoZero"/>
        <c:auto val="1"/>
        <c:lblAlgn val="ctr"/>
        <c:lblOffset val="100"/>
        <c:noMultiLvlLbl val="0"/>
      </c:catAx>
      <c:valAx>
        <c:axId val="1021127376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021123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aseline="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/>
              <a:t>Pipeline</a:t>
            </a:r>
            <a:r>
              <a:rPr lang="en-US" sz="1600" baseline="0" dirty="0"/>
              <a:t> Progress Q2 2025</a:t>
            </a:r>
            <a:endParaRPr lang="en-US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Regulatory &amp; Development Milestones</c:v>
                </c:pt>
                <c:pt idx="1">
                  <c:v>Phase 3 Data</c:v>
                </c:pt>
                <c:pt idx="2">
                  <c:v>Designations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3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BC-4146-B056-235C882C99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984460464"/>
        <c:axId val="984460944"/>
        <c:axId val="0"/>
      </c:bar3DChart>
      <c:catAx>
        <c:axId val="984460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4460944"/>
        <c:crosses val="autoZero"/>
        <c:auto val="1"/>
        <c:lblAlgn val="ctr"/>
        <c:lblOffset val="100"/>
        <c:noMultiLvlLbl val="0"/>
      </c:catAx>
      <c:valAx>
        <c:axId val="984460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44604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aseline="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93C5A8E8-CFFD-8244-99C5-C59695B7B5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42097A3-5546-824A-82FF-3390AD25DF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5986D-8BE5-CF41-BDD9-ABAFDA2F44C7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FF6B0C-B1BA-F042-9223-AFA5A1E54C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D5FA54A-F961-0E49-BD8F-3E49E88675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DFDA78-543E-4D49-948C-0112778612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4381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C6454-8C49-4AFA-8B67-E69B53E09A31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76107-2EC1-4836-BBE2-B29C7F5CEAC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7472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ogo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A614F291-A2F3-7C39-C753-E9AB8566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1799" y="5400000"/>
            <a:ext cx="4480560" cy="1666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5">
            <a:extLst>
              <a:ext uri="{FF2B5EF4-FFF2-40B4-BE49-F238E27FC236}">
                <a16:creationId xmlns:a16="http://schemas.microsoft.com/office/drawing/2014/main" id="{9157214E-9675-6892-0BF2-D12F93D89B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48724" y="5400000"/>
            <a:ext cx="1626918" cy="166629"/>
          </a:xfrm>
        </p:spPr>
        <p:txBody>
          <a:bodyPr/>
          <a:lstStyle/>
          <a:p>
            <a:fld id="{312284ED-1400-4B7A-A441-5958B8163AA6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C2630542-BCE9-D91B-8BC8-E859AB698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6226" y="5400000"/>
            <a:ext cx="476250" cy="205743"/>
          </a:xfrm>
        </p:spPr>
        <p:txBody>
          <a:bodyPr/>
          <a:lstStyle/>
          <a:p>
            <a:fld id="{6B54B0F7-55DD-40D6-B7F4-70B586885C0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5BBCE7-E751-73AC-DAB6-D8B81E3CAF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78570" y="2246244"/>
            <a:ext cx="2580548" cy="66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98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ogo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que 7">
            <a:extLst>
              <a:ext uri="{FF2B5EF4-FFF2-40B4-BE49-F238E27FC236}">
                <a16:creationId xmlns:a16="http://schemas.microsoft.com/office/drawing/2014/main" id="{AAE34BD0-96F3-484E-823D-846BCF7077C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236582" y="2227950"/>
            <a:ext cx="2670837" cy="687600"/>
            <a:chOff x="4767702" y="-472136"/>
            <a:chExt cx="745525" cy="191931"/>
          </a:xfrm>
          <a:solidFill>
            <a:schemeClr val="bg1"/>
          </a:solidFill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B5ACEFF7-2172-4E31-95A5-2822B762DCC8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156C511D-58A1-442A-9FDB-13B83505C8E1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>
                <a:solidFill>
                  <a:schemeClr val="accent2"/>
                </a:solidFill>
              </a:endParaRPr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33BB5D3E-7EA3-4217-8524-E90CF2B6AC62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06681E7C-A401-24B2-190B-F8791D4B4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1799" y="5400000"/>
            <a:ext cx="4480560" cy="1666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EC286F5E-D823-604F-D91C-CFF250813D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48724" y="5400000"/>
            <a:ext cx="1626918" cy="166629"/>
          </a:xfrm>
        </p:spPr>
        <p:txBody>
          <a:bodyPr/>
          <a:lstStyle/>
          <a:p>
            <a:fld id="{E135BA25-44C6-43B9-B0C3-F5D044477730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0A8338E8-3915-C4BF-C663-3AB9D095D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6226" y="5400000"/>
            <a:ext cx="476250" cy="205743"/>
          </a:xfrm>
        </p:spPr>
        <p:txBody>
          <a:bodyPr/>
          <a:lstStyle/>
          <a:p>
            <a:fld id="{6B54B0F7-55DD-40D6-B7F4-70B586885C0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840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over Logo (Light)">
    <p:bg>
      <p:bgPr>
        <a:solidFill>
          <a:srgbClr val="F3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866049D6-C1E6-1C5F-9944-E90D00ACA6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2C6027-F67D-24EF-BB93-BFC740EA93F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278570" y="2246244"/>
            <a:ext cx="2580548" cy="66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21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over Logo (Light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866049D6-C1E6-1C5F-9944-E90D00ACA6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9" name="Graphique 7">
            <a:extLst>
              <a:ext uri="{FF2B5EF4-FFF2-40B4-BE49-F238E27FC236}">
                <a16:creationId xmlns:a16="http://schemas.microsoft.com/office/drawing/2014/main" id="{35FA8F3C-8211-A7F1-422F-7F95AABBCBC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236582" y="2227950"/>
            <a:ext cx="2670837" cy="687600"/>
            <a:chOff x="4767702" y="-472136"/>
            <a:chExt cx="745525" cy="191931"/>
          </a:xfrm>
          <a:solidFill>
            <a:schemeClr val="bg1"/>
          </a:solidFill>
        </p:grpSpPr>
        <p:sp>
          <p:nvSpPr>
            <p:cNvPr id="10" name="Forme libre : forme 7">
              <a:extLst>
                <a:ext uri="{FF2B5EF4-FFF2-40B4-BE49-F238E27FC236}">
                  <a16:creationId xmlns:a16="http://schemas.microsoft.com/office/drawing/2014/main" id="{365D2F59-D324-0B84-2BAD-003AFB8DFA92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8">
              <a:extLst>
                <a:ext uri="{FF2B5EF4-FFF2-40B4-BE49-F238E27FC236}">
                  <a16:creationId xmlns:a16="http://schemas.microsoft.com/office/drawing/2014/main" id="{331941EB-4F1E-31CD-80ED-288AABEC0FFE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>
                <a:solidFill>
                  <a:schemeClr val="accent2"/>
                </a:solidFill>
              </a:endParaRPr>
            </a:p>
          </p:txBody>
        </p:sp>
        <p:sp>
          <p:nvSpPr>
            <p:cNvPr id="12" name="Forme libre : forme 9">
              <a:extLst>
                <a:ext uri="{FF2B5EF4-FFF2-40B4-BE49-F238E27FC236}">
                  <a16:creationId xmlns:a16="http://schemas.microsoft.com/office/drawing/2014/main" id="{EE935B2A-7A55-FA68-D00F-E1EAF9116BBC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442056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2_Cover Logo (Light)">
    <p:bg>
      <p:bgPr>
        <a:solidFill>
          <a:srgbClr val="F3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866049D6-C1E6-1C5F-9944-E90D00ACA6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re 8">
            <a:extLst>
              <a:ext uri="{FF2B5EF4-FFF2-40B4-BE49-F238E27FC236}">
                <a16:creationId xmlns:a16="http://schemas.microsoft.com/office/drawing/2014/main" id="{220F0EBD-725E-BFB9-B2BD-72B266550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734" y="1679538"/>
            <a:ext cx="5246132" cy="1784424"/>
          </a:xfrm>
        </p:spPr>
        <p:txBody>
          <a:bodyPr anchor="ctr"/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C2201D-A279-2DE8-84C5-8B5CFDB95FE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149370" y="4567303"/>
            <a:ext cx="840073" cy="21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933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1_Cover Logo (Light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866049D6-C1E6-1C5F-9944-E90D00ACA6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re 8">
            <a:extLst>
              <a:ext uri="{FF2B5EF4-FFF2-40B4-BE49-F238E27FC236}">
                <a16:creationId xmlns:a16="http://schemas.microsoft.com/office/drawing/2014/main" id="{27E720E0-802E-3FDE-525F-050BAD557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734" y="1679538"/>
            <a:ext cx="5246132" cy="1784424"/>
          </a:xfrm>
        </p:spPr>
        <p:txBody>
          <a:bodyPr anchor="ctr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grpSp>
        <p:nvGrpSpPr>
          <p:cNvPr id="12" name="Graphique 7">
            <a:extLst>
              <a:ext uri="{FF2B5EF4-FFF2-40B4-BE49-F238E27FC236}">
                <a16:creationId xmlns:a16="http://schemas.microsoft.com/office/drawing/2014/main" id="{B3B0CCF7-02F2-0BDF-B15E-188157DBE16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1204" y="4567649"/>
            <a:ext cx="801592" cy="206368"/>
            <a:chOff x="4767702" y="-472136"/>
            <a:chExt cx="745525" cy="191931"/>
          </a:xfrm>
          <a:solidFill>
            <a:schemeClr val="bg1"/>
          </a:solidFill>
        </p:grpSpPr>
        <p:sp>
          <p:nvSpPr>
            <p:cNvPr id="13" name="Forme libre : forme 7">
              <a:extLst>
                <a:ext uri="{FF2B5EF4-FFF2-40B4-BE49-F238E27FC236}">
                  <a16:creationId xmlns:a16="http://schemas.microsoft.com/office/drawing/2014/main" id="{CC385352-07D3-5232-8CFD-844A8E1A8479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8">
              <a:extLst>
                <a:ext uri="{FF2B5EF4-FFF2-40B4-BE49-F238E27FC236}">
                  <a16:creationId xmlns:a16="http://schemas.microsoft.com/office/drawing/2014/main" id="{5C7EAA88-BDC1-3113-9F73-9D6FC409F632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>
                <a:solidFill>
                  <a:schemeClr val="accent2"/>
                </a:solidFill>
              </a:endParaRPr>
            </a:p>
          </p:txBody>
        </p:sp>
        <p:sp>
          <p:nvSpPr>
            <p:cNvPr id="15" name="Forme libre : forme 9">
              <a:extLst>
                <a:ext uri="{FF2B5EF4-FFF2-40B4-BE49-F238E27FC236}">
                  <a16:creationId xmlns:a16="http://schemas.microsoft.com/office/drawing/2014/main" id="{F2E23BE0-4028-26E4-D10C-83FF455E309A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953958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Titl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graphique SmartArt 18">
            <a:extLst>
              <a:ext uri="{FF2B5EF4-FFF2-40B4-BE49-F238E27FC236}">
                <a16:creationId xmlns:a16="http://schemas.microsoft.com/office/drawing/2014/main" id="{B25D5AC7-4546-4A74-B36B-BA1B41C59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dgm" sz="quarter" idx="13"/>
          </p:nvPr>
        </p:nvSpPr>
        <p:spPr>
          <a:xfrm>
            <a:off x="4514348" y="3749928"/>
            <a:ext cx="115305" cy="114487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noProof="0"/>
              <a:t>Cliquez sur l'icône pour ajouter un graphique SmartArt</a:t>
            </a:r>
            <a:endParaRPr lang="en-US" noProof="0"/>
          </a:p>
        </p:txBody>
      </p:sp>
      <p:sp>
        <p:nvSpPr>
          <p:cNvPr id="20" name="Espace réservé du graphique SmartArt 19">
            <a:extLst>
              <a:ext uri="{FF2B5EF4-FFF2-40B4-BE49-F238E27FC236}">
                <a16:creationId xmlns:a16="http://schemas.microsoft.com/office/drawing/2014/main" id="{FE783EC5-36F3-4916-B0D5-15355CAD8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4514348" y="1161011"/>
            <a:ext cx="115305" cy="114487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noProof="0"/>
              <a:t>Cliquez sur l'icône pour ajouter un graphique SmartArt</a:t>
            </a:r>
            <a:endParaRPr lang="en-US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32C881-4A7C-F2DB-1F92-32C9711AC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00" y="1449062"/>
            <a:ext cx="6922834" cy="1243611"/>
          </a:xfrm>
        </p:spPr>
        <p:txBody>
          <a:bodyPr>
            <a:noAutofit/>
          </a:bodyPr>
          <a:lstStyle>
            <a:lvl1pPr algn="ctr">
              <a:defRPr sz="42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6" name="Espace réservé du texte 5">
            <a:extLst>
              <a:ext uri="{FF2B5EF4-FFF2-40B4-BE49-F238E27FC236}">
                <a16:creationId xmlns:a16="http://schemas.microsoft.com/office/drawing/2014/main" id="{57CD9AAA-CCAE-44AF-A224-A38A0B786F6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10583" y="2818617"/>
            <a:ext cx="6922834" cy="403469"/>
          </a:xfrm>
        </p:spPr>
        <p:txBody>
          <a:bodyPr anchor="ctr">
            <a:noAutofit/>
          </a:bodyPr>
          <a:lstStyle>
            <a:lvl1pPr algn="ctr">
              <a:lnSpc>
                <a:spcPct val="96000"/>
              </a:lnSpc>
              <a:spcAft>
                <a:spcPts val="1000"/>
              </a:spcAft>
              <a:defRPr lang="en-US" sz="2000" b="0" i="1" kern="1200" dirty="0">
                <a:solidFill>
                  <a:schemeClr val="accent2"/>
                </a:solidFill>
                <a:latin typeface="Sanofi Serif" panose="02060503060201090102" pitchFamily="18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78550" indent="0" algn="ctr">
              <a:lnSpc>
                <a:spcPct val="100000"/>
              </a:lnSpc>
              <a:buFont typeface="Arial" panose="020B0604020202020204" pitchFamily="34" charset="0"/>
              <a:buNone/>
              <a:defRPr sz="4200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000"/>
              </a:spcBef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7" name="Espace réservé du texte 5">
            <a:extLst>
              <a:ext uri="{FF2B5EF4-FFF2-40B4-BE49-F238E27FC236}">
                <a16:creationId xmlns:a16="http://schemas.microsoft.com/office/drawing/2014/main" id="{F176A07A-C4FF-49D0-80C5-1B4F36FB3A3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10583" y="3384936"/>
            <a:ext cx="6922834" cy="231290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000"/>
              </a:spcAft>
              <a:defRPr lang="en-US" sz="1400" b="0" i="0" kern="1200" dirty="0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defRPr lang="en-US" sz="12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000"/>
              </a:spcBef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208703A-2EC7-4EBC-25D2-46174F00720E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>
            <a:off x="3758508" y="4832099"/>
            <a:ext cx="1626918" cy="166629"/>
          </a:xfrm>
        </p:spPr>
        <p:txBody>
          <a:bodyPr/>
          <a:lstStyle>
            <a:lvl1pPr algn="ctr">
              <a:defRPr/>
            </a:lvl1pPr>
          </a:lstStyle>
          <a:p>
            <a:fld id="{7B6E4200-24F6-4D03-9F35-01A375BA5907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D8D70C-F89E-240F-494A-E0033A017BB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336226" y="4800359"/>
            <a:ext cx="476250" cy="205743"/>
          </a:xfrm>
        </p:spPr>
        <p:txBody>
          <a:bodyPr/>
          <a:lstStyle/>
          <a:p>
            <a:fld id="{6B54B0F7-55DD-40D6-B7F4-70B586885C0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57F5ED8-BC67-2422-8F8F-DF361F83A40E}"/>
              </a:ext>
            </a:extLst>
          </p:cNvPr>
          <p:cNvCxnSpPr>
            <a:cxnSpLocks/>
          </p:cNvCxnSpPr>
          <p:nvPr userDrawn="1"/>
        </p:nvCxnSpPr>
        <p:spPr>
          <a:xfrm flipV="1">
            <a:off x="4503448" y="5236845"/>
            <a:ext cx="0" cy="325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7D3D1E7-2699-59A4-D8F8-B13F1191BFCB}"/>
              </a:ext>
            </a:extLst>
          </p:cNvPr>
          <p:cNvSpPr txBox="1"/>
          <p:nvPr userDrawn="1"/>
        </p:nvSpPr>
        <p:spPr>
          <a:xfrm>
            <a:off x="1378200" y="5618210"/>
            <a:ext cx="5802084" cy="769441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100" b="0" i="0" dirty="0">
                <a:latin typeface="Sanofi Sans" panose="02010503030201020103" pitchFamily="2" charset="77"/>
              </a:rPr>
              <a:t>How to change date format:</a:t>
            </a:r>
          </a:p>
          <a:p>
            <a:pPr marL="285750" indent="-285750">
              <a:buFontTx/>
              <a:buChar char="-"/>
            </a:pPr>
            <a:r>
              <a:rPr lang="en-US" sz="1100" b="0" i="0" dirty="0">
                <a:latin typeface="Sanofi Sans" panose="02010503030201020103" pitchFamily="2" charset="77"/>
              </a:rPr>
              <a:t>Go to the “Insert” tab in the top ribbon</a:t>
            </a:r>
          </a:p>
          <a:p>
            <a:pPr marL="285750" indent="-285750">
              <a:buFontTx/>
              <a:buChar char="-"/>
            </a:pPr>
            <a:r>
              <a:rPr lang="en-US" sz="1100" b="0" i="0" dirty="0">
                <a:latin typeface="Sanofi Sans" panose="02010503030201020103" pitchFamily="2" charset="77"/>
              </a:rPr>
              <a:t>Click on “Header &amp; Footer”</a:t>
            </a:r>
          </a:p>
          <a:p>
            <a:pPr marL="285750" indent="-285750">
              <a:buFontTx/>
              <a:buChar char="-"/>
            </a:pPr>
            <a:r>
              <a:rPr lang="en-US" sz="1100" b="0" i="0" dirty="0">
                <a:latin typeface="Sanofi Sans" panose="02010503030201020103" pitchFamily="2" charset="77"/>
              </a:rPr>
              <a:t>Choose the desired date format from the dropdown and save your changes</a:t>
            </a:r>
          </a:p>
        </p:txBody>
      </p:sp>
      <p:pic>
        <p:nvPicPr>
          <p:cNvPr id="7" name="Picture 6" descr="A picture containing text, design&#10;&#10;Description automatically generated">
            <a:extLst>
              <a:ext uri="{FF2B5EF4-FFF2-40B4-BE49-F238E27FC236}">
                <a16:creationId xmlns:a16="http://schemas.microsoft.com/office/drawing/2014/main" id="{C2D5CC4C-B9C2-025E-BF1F-27788700B7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135" y="5631571"/>
            <a:ext cx="522697" cy="733227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236282C4-AAF3-0E90-B97C-4AE13DF61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1799" y="6644600"/>
            <a:ext cx="4480560" cy="166630"/>
          </a:xfrm>
        </p:spPr>
        <p:txBody>
          <a:bodyPr/>
          <a:lstStyle>
            <a:lvl1pPr>
              <a:defRPr b="0" i="0">
                <a:latin typeface="Sanofi Sans" panose="02010503030201020103" pitchFamily="2" charset="77"/>
              </a:defRPr>
            </a:lvl1pPr>
          </a:lstStyle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A29F75-85CE-CA65-4EA1-FCCA755245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49370" y="371629"/>
            <a:ext cx="840073" cy="21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09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Title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graphique SmartArt 18">
            <a:extLst>
              <a:ext uri="{FF2B5EF4-FFF2-40B4-BE49-F238E27FC236}">
                <a16:creationId xmlns:a16="http://schemas.microsoft.com/office/drawing/2014/main" id="{50E609C3-EA6F-468A-8B7C-CD27949FB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dgm" sz="quarter" idx="13"/>
          </p:nvPr>
        </p:nvSpPr>
        <p:spPr>
          <a:xfrm>
            <a:off x="4514347" y="3749928"/>
            <a:ext cx="115305" cy="114487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noProof="0"/>
              <a:t>Cliquez sur l'icône pour ajouter un graphique SmartArt</a:t>
            </a:r>
            <a:endParaRPr lang="en-US" noProof="0"/>
          </a:p>
        </p:txBody>
      </p:sp>
      <p:sp>
        <p:nvSpPr>
          <p:cNvPr id="18" name="Espace réservé du graphique SmartArt 19">
            <a:extLst>
              <a:ext uri="{FF2B5EF4-FFF2-40B4-BE49-F238E27FC236}">
                <a16:creationId xmlns:a16="http://schemas.microsoft.com/office/drawing/2014/main" id="{F155B637-1E1E-462B-9FBB-56FD42311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4514347" y="1161011"/>
            <a:ext cx="115305" cy="114487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noProof="0"/>
              <a:t>Cliquez sur l'icône pour ajouter un graphique SmartArt</a:t>
            </a: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45A615-DA1F-29AA-A06D-24C5F97B5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583" y="1444509"/>
            <a:ext cx="6922834" cy="1254557"/>
          </a:xfrm>
        </p:spPr>
        <p:txBody>
          <a:bodyPr/>
          <a:lstStyle>
            <a:lvl1pPr algn="ctr">
              <a:defRPr sz="4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9" name="Espace réservé du texte 5">
            <a:extLst>
              <a:ext uri="{FF2B5EF4-FFF2-40B4-BE49-F238E27FC236}">
                <a16:creationId xmlns:a16="http://schemas.microsoft.com/office/drawing/2014/main" id="{54CCF570-9115-4289-839C-7FACBC619C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10583" y="2818617"/>
            <a:ext cx="6922834" cy="403469"/>
          </a:xfrm>
        </p:spPr>
        <p:txBody>
          <a:bodyPr anchor="ctr">
            <a:noAutofit/>
          </a:bodyPr>
          <a:lstStyle>
            <a:lvl1pPr algn="ctr">
              <a:lnSpc>
                <a:spcPct val="96000"/>
              </a:lnSpc>
              <a:spcAft>
                <a:spcPts val="1000"/>
              </a:spcAft>
              <a:defRPr lang="en-US" sz="2000" b="0" i="1" kern="1200" dirty="0">
                <a:solidFill>
                  <a:schemeClr val="bg2"/>
                </a:solidFill>
                <a:latin typeface="Sanofi Serif" panose="02060503060201090102" pitchFamily="18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78550" indent="0" algn="ctr">
              <a:lnSpc>
                <a:spcPct val="100000"/>
              </a:lnSpc>
              <a:buFont typeface="Arial" panose="020B0604020202020204" pitchFamily="34" charset="0"/>
              <a:buNone/>
              <a:defRPr sz="4200" b="0" i="1">
                <a:solidFill>
                  <a:schemeClr val="bg1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000"/>
              </a:spcBef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Espace réservé du texte 5">
            <a:extLst>
              <a:ext uri="{FF2B5EF4-FFF2-40B4-BE49-F238E27FC236}">
                <a16:creationId xmlns:a16="http://schemas.microsoft.com/office/drawing/2014/main" id="{889FD9C7-FB39-4714-81F8-6EA37E5B621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10583" y="3384936"/>
            <a:ext cx="6922834" cy="231290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000"/>
              </a:spcAft>
              <a:defRPr lang="en-US" sz="1400" b="0" i="0" kern="1200" dirty="0">
                <a:solidFill>
                  <a:schemeClr val="bg2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defRPr lang="en-US" sz="12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000"/>
              </a:spcBef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10403-1F97-E022-7AB9-4F7DAEF42BCE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>
            <a:off x="3758509" y="4827336"/>
            <a:ext cx="1626918" cy="16662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736AE607-E498-40B6-BA25-25F7D03EA726}" type="datetime1">
              <a:rPr lang="en-US" smtClean="0"/>
              <a:t>2/1/2026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C3271-9D4F-D92A-D079-0D4DFA48B7A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B54B0F7-55DD-40D6-B7F4-70B586885C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F58ABEE5-0D04-225B-3EFE-FF44D8843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1799" y="5400000"/>
            <a:ext cx="4480560" cy="166630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3" name="Graphique 7">
            <a:extLst>
              <a:ext uri="{FF2B5EF4-FFF2-40B4-BE49-F238E27FC236}">
                <a16:creationId xmlns:a16="http://schemas.microsoft.com/office/drawing/2014/main" id="{A549BD7B-62F8-942D-EFFC-9F17CCC606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1172" y="378404"/>
            <a:ext cx="801592" cy="206368"/>
            <a:chOff x="4767702" y="-472136"/>
            <a:chExt cx="745525" cy="191931"/>
          </a:xfrm>
          <a:solidFill>
            <a:schemeClr val="bg1"/>
          </a:solidFill>
        </p:grpSpPr>
        <p:sp>
          <p:nvSpPr>
            <p:cNvPr id="6" name="Forme libre : forme 7">
              <a:extLst>
                <a:ext uri="{FF2B5EF4-FFF2-40B4-BE49-F238E27FC236}">
                  <a16:creationId xmlns:a16="http://schemas.microsoft.com/office/drawing/2014/main" id="{6B747B3A-63E0-329D-84B4-6CA17873A80C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8">
              <a:extLst>
                <a:ext uri="{FF2B5EF4-FFF2-40B4-BE49-F238E27FC236}">
                  <a16:creationId xmlns:a16="http://schemas.microsoft.com/office/drawing/2014/main" id="{FCBCDFEE-AF67-6710-1BE6-7698C8FA8585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>
                <a:solidFill>
                  <a:schemeClr val="accent2"/>
                </a:solidFill>
              </a:endParaRPr>
            </a:p>
          </p:txBody>
        </p:sp>
        <p:sp>
          <p:nvSpPr>
            <p:cNvPr id="13" name="Forme libre : forme 9">
              <a:extLst>
                <a:ext uri="{FF2B5EF4-FFF2-40B4-BE49-F238E27FC236}">
                  <a16:creationId xmlns:a16="http://schemas.microsoft.com/office/drawing/2014/main" id="{08BF5F21-4E9B-414F-1459-0879B1A47F6C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083554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Title with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graphique SmartArt 11">
            <a:extLst>
              <a:ext uri="{FF2B5EF4-FFF2-40B4-BE49-F238E27FC236}">
                <a16:creationId xmlns:a16="http://schemas.microsoft.com/office/drawing/2014/main" id="{4F60E46E-0715-41F6-BEAC-C9C998D41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6892559" y="1322814"/>
            <a:ext cx="102332" cy="101605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/>
              <a:t>Cliquez sur l'icône pour ajouter un graphique SmartArt</a:t>
            </a:r>
          </a:p>
        </p:txBody>
      </p:sp>
      <p:sp>
        <p:nvSpPr>
          <p:cNvPr id="22" name="Espace réservé du graphique SmartArt 11">
            <a:extLst>
              <a:ext uri="{FF2B5EF4-FFF2-40B4-BE49-F238E27FC236}">
                <a16:creationId xmlns:a16="http://schemas.microsoft.com/office/drawing/2014/main" id="{2835F6F0-E601-40E8-8F65-7949A8AA2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dgm" sz="quarter" idx="19"/>
          </p:nvPr>
        </p:nvSpPr>
        <p:spPr>
          <a:xfrm>
            <a:off x="6892559" y="3877313"/>
            <a:ext cx="102332" cy="101605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/>
              <a:t>Cliquez sur l'icône pour ajouter un graphique SmartArt</a:t>
            </a:r>
          </a:p>
        </p:txBody>
      </p:sp>
      <p:sp>
        <p:nvSpPr>
          <p:cNvPr id="37" name="Espace réservé pour une image  36">
            <a:extLst>
              <a:ext uri="{FF2B5EF4-FFF2-40B4-BE49-F238E27FC236}">
                <a16:creationId xmlns:a16="http://schemas.microsoft.com/office/drawing/2014/main" id="{B393D89D-0FFD-4664-8FAD-EE45D64CF7A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" y="0"/>
            <a:ext cx="4781135" cy="5143500"/>
          </a:xfrm>
          <a:custGeom>
            <a:avLst/>
            <a:gdLst>
              <a:gd name="connsiteX0" fmla="*/ 0 w 4781135"/>
              <a:gd name="connsiteY0" fmla="*/ 0 h 5143500"/>
              <a:gd name="connsiteX1" fmla="*/ 3673235 w 4781135"/>
              <a:gd name="connsiteY1" fmla="*/ 0 h 5143500"/>
              <a:gd name="connsiteX2" fmla="*/ 3843349 w 4781135"/>
              <a:gd name="connsiteY2" fmla="*/ 145970 h 5143500"/>
              <a:gd name="connsiteX3" fmla="*/ 4781135 w 4781135"/>
              <a:gd name="connsiteY3" fmla="*/ 2622891 h 5143500"/>
              <a:gd name="connsiteX4" fmla="*/ 3861453 w 4781135"/>
              <a:gd name="connsiteY4" fmla="*/ 5081299 h 5143500"/>
              <a:gd name="connsiteX5" fmla="*/ 3792118 w 4781135"/>
              <a:gd name="connsiteY5" fmla="*/ 5143500 h 5143500"/>
              <a:gd name="connsiteX6" fmla="*/ 0 w 4781135"/>
              <a:gd name="connsiteY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81135" h="5143500">
                <a:moveTo>
                  <a:pt x="0" y="0"/>
                </a:moveTo>
                <a:lnTo>
                  <a:pt x="3673235" y="0"/>
                </a:lnTo>
                <a:lnTo>
                  <a:pt x="3843349" y="145970"/>
                </a:lnTo>
                <a:cubicBezTo>
                  <a:pt x="4444478" y="723140"/>
                  <a:pt x="4781135" y="1564827"/>
                  <a:pt x="4781135" y="2622891"/>
                </a:cubicBezTo>
                <a:cubicBezTo>
                  <a:pt x="4781257" y="3656845"/>
                  <a:pt x="4444586" y="4498301"/>
                  <a:pt x="3861453" y="5081299"/>
                </a:cubicBezTo>
                <a:lnTo>
                  <a:pt x="3792118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A3477C-D6FC-D7E0-047E-F20105E4F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572" y="1446020"/>
            <a:ext cx="3712306" cy="1242315"/>
          </a:xfrm>
        </p:spPr>
        <p:txBody>
          <a:bodyPr anchor="b"/>
          <a:lstStyle>
            <a:lvl1pPr algn="ctr">
              <a:defRPr sz="30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6" name="Espace réservé du texte 5">
            <a:extLst>
              <a:ext uri="{FF2B5EF4-FFF2-40B4-BE49-F238E27FC236}">
                <a16:creationId xmlns:a16="http://schemas.microsoft.com/office/drawing/2014/main" id="{14179443-CD99-4560-A70A-CF3E60CA5C3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87572" y="2818617"/>
            <a:ext cx="3712306" cy="403469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000"/>
              </a:spcAft>
              <a:defRPr lang="en-US" sz="2000" b="0" i="1" kern="1200" dirty="0">
                <a:solidFill>
                  <a:schemeClr val="accent2"/>
                </a:solidFill>
                <a:latin typeface="Sanofi Serif" panose="02060503060201090102" pitchFamily="18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78550" indent="0" algn="ctr">
              <a:lnSpc>
                <a:spcPct val="100000"/>
              </a:lnSpc>
              <a:buFont typeface="Arial" panose="020B0604020202020204" pitchFamily="34" charset="0"/>
              <a:buNone/>
              <a:defRPr sz="2000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000"/>
              </a:spcBef>
              <a:defRPr/>
            </a:lvl3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27" name="Espace réservé du texte 5">
            <a:extLst>
              <a:ext uri="{FF2B5EF4-FFF2-40B4-BE49-F238E27FC236}">
                <a16:creationId xmlns:a16="http://schemas.microsoft.com/office/drawing/2014/main" id="{633150E7-212E-42D8-857F-00B727BB0E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087572" y="3240373"/>
            <a:ext cx="3712306" cy="577995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000"/>
              </a:spcAft>
              <a:defRPr lang="en-US" sz="1400" b="0" i="0" kern="1200" dirty="0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defRPr lang="en-US" sz="12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000"/>
              </a:spcBef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BD84C-C1DB-D752-B1E0-1F750781866A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>
            <a:off x="6135974" y="4827335"/>
            <a:ext cx="1626918" cy="166629"/>
          </a:xfrm>
        </p:spPr>
        <p:txBody>
          <a:bodyPr/>
          <a:lstStyle>
            <a:lvl1pPr algn="ctr">
              <a:defRPr/>
            </a:lvl1pPr>
          </a:lstStyle>
          <a:p>
            <a:fld id="{971DAC69-AF37-4291-9D13-4403BBF8CF8B}" type="datetime1">
              <a:rPr lang="en-US" smtClean="0"/>
              <a:t>2/1/2026</a:t>
            </a:fld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8C069D0-B5D0-504E-2496-36A8562926A7}"/>
              </a:ext>
            </a:extLst>
          </p:cNvPr>
          <p:cNvCxnSpPr>
            <a:cxnSpLocks/>
          </p:cNvCxnSpPr>
          <p:nvPr userDrawn="1"/>
        </p:nvCxnSpPr>
        <p:spPr>
          <a:xfrm>
            <a:off x="-556260" y="160020"/>
            <a:ext cx="499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10BF80A-315A-D082-FC58-F44416FD9DDD}"/>
              </a:ext>
            </a:extLst>
          </p:cNvPr>
          <p:cNvSpPr txBox="1"/>
          <p:nvPr userDrawn="1"/>
        </p:nvSpPr>
        <p:spPr>
          <a:xfrm>
            <a:off x="-2436695" y="45636"/>
            <a:ext cx="1786192" cy="5001369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Sanofi Sans" panose="02010503030201020103" pitchFamily="2" charset="77"/>
              </a:rPr>
              <a:t>How to add an image: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Click on the icon inside the image placeholder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Select the image you want to use from your computer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Click “Open”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Adjust or crop the image if necessary by using the button “Crop” in the top ribbon.</a:t>
            </a:r>
          </a:p>
          <a:p>
            <a:pPr marL="171450" indent="-171450">
              <a:buFontTx/>
              <a:buChar char="-"/>
            </a:pPr>
            <a:endParaRPr lang="en-US" sz="1100" dirty="0">
              <a:latin typeface="Sanofi Sans" panose="02010503030201020103" pitchFamily="2" charset="77"/>
            </a:endParaRPr>
          </a:p>
          <a:p>
            <a:pPr marL="0" indent="0">
              <a:buFontTx/>
              <a:buNone/>
            </a:pPr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r>
              <a:rPr lang="en-US" sz="1100" b="1" dirty="0">
                <a:latin typeface="Sanofi Sans" panose="02010503030201020103" pitchFamily="2" charset="77"/>
              </a:rPr>
              <a:t>Add Alt Text or mark as decorative: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Right click on the image and select “View Alt Text”.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Type in the blank field that appears on the right of the slide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If Alt Text isn’t relevant, tick the box to “Mark element as decorative”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FFADE2-6BA0-BF42-BCCC-82685DE22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169241" y="2514968"/>
            <a:ext cx="307086" cy="622046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54BFFA5-AAC6-D700-72EE-2DAE1F3EC702}"/>
              </a:ext>
            </a:extLst>
          </p:cNvPr>
          <p:cNvCxnSpPr>
            <a:cxnSpLocks/>
          </p:cNvCxnSpPr>
          <p:nvPr userDrawn="1"/>
        </p:nvCxnSpPr>
        <p:spPr>
          <a:xfrm flipV="1">
            <a:off x="6963618" y="5236845"/>
            <a:ext cx="0" cy="325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88D3FEA-FD9E-8042-1FFC-C259AAE6E0B4}"/>
              </a:ext>
            </a:extLst>
          </p:cNvPr>
          <p:cNvSpPr txBox="1"/>
          <p:nvPr userDrawn="1"/>
        </p:nvSpPr>
        <p:spPr>
          <a:xfrm>
            <a:off x="2390568" y="5618210"/>
            <a:ext cx="5802084" cy="769441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Sanofi Sans" panose="02010503030201020103" pitchFamily="2" charset="77"/>
              </a:rPr>
              <a:t>How to change date format: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Go to the “Insert” tab in the top ribbon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Click on “Header &amp; Footer”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Choose the desired date format from the dropdown and save your changes</a:t>
            </a:r>
          </a:p>
        </p:txBody>
      </p:sp>
      <p:pic>
        <p:nvPicPr>
          <p:cNvPr id="19" name="Picture 18" descr="A picture containing text, design&#10;&#10;Description automatically generated">
            <a:extLst>
              <a:ext uri="{FF2B5EF4-FFF2-40B4-BE49-F238E27FC236}">
                <a16:creationId xmlns:a16="http://schemas.microsoft.com/office/drawing/2014/main" id="{26713790-E152-B95B-2524-D60DA3D335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503" y="5631571"/>
            <a:ext cx="522697" cy="733227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220189D-7C19-5BEC-BC34-8AB0212F2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1799" y="6581613"/>
            <a:ext cx="4480560" cy="166630"/>
          </a:xfrm>
        </p:spPr>
        <p:txBody>
          <a:bodyPr/>
          <a:lstStyle>
            <a:lvl1pPr>
              <a:defRPr>
                <a:latin typeface="Sanofi Sans" panose="02010503030201020103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7C98933E-97CC-359F-58B0-0B45FC054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6226" y="6542500"/>
            <a:ext cx="476250" cy="205743"/>
          </a:xfrm>
        </p:spPr>
        <p:txBody>
          <a:bodyPr/>
          <a:lstStyle>
            <a:lvl1pPr>
              <a:defRPr>
                <a:latin typeface="Sanofi Sans" panose="02010503030201020103" pitchFamily="2" charset="77"/>
              </a:defRPr>
            </a:lvl1pPr>
          </a:lstStyle>
          <a:p>
            <a:fld id="{6B54B0F7-55DD-40D6-B7F4-70B586885C0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5CB990B-8471-1A24-0A3E-049D989640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514360" y="391093"/>
            <a:ext cx="810780" cy="20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019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Title with Image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graphique SmartArt 11">
            <a:extLst>
              <a:ext uri="{FF2B5EF4-FFF2-40B4-BE49-F238E27FC236}">
                <a16:creationId xmlns:a16="http://schemas.microsoft.com/office/drawing/2014/main" id="{540F3744-EAB0-48D1-B7AE-720C8628C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6892559" y="1322814"/>
            <a:ext cx="102332" cy="101605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noProof="0"/>
              <a:t>Cliquez sur l'icône pour ajouter un graphique SmartArt</a:t>
            </a:r>
            <a:endParaRPr lang="en-US" noProof="0"/>
          </a:p>
        </p:txBody>
      </p:sp>
      <p:sp>
        <p:nvSpPr>
          <p:cNvPr id="16" name="Espace réservé du graphique SmartArt 11">
            <a:extLst>
              <a:ext uri="{FF2B5EF4-FFF2-40B4-BE49-F238E27FC236}">
                <a16:creationId xmlns:a16="http://schemas.microsoft.com/office/drawing/2014/main" id="{E04644FF-725F-4770-81BC-F01677422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dgm" sz="quarter" idx="19"/>
          </p:nvPr>
        </p:nvSpPr>
        <p:spPr>
          <a:xfrm>
            <a:off x="6892559" y="3877313"/>
            <a:ext cx="102332" cy="101605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noProof="0"/>
              <a:t>Cliquez sur l'icône pour ajouter un graphique SmartArt</a:t>
            </a:r>
            <a:endParaRPr lang="en-US" noProof="0"/>
          </a:p>
        </p:txBody>
      </p:sp>
      <p:sp>
        <p:nvSpPr>
          <p:cNvPr id="37" name="Espace réservé pour une image  36">
            <a:extLst>
              <a:ext uri="{FF2B5EF4-FFF2-40B4-BE49-F238E27FC236}">
                <a16:creationId xmlns:a16="http://schemas.microsoft.com/office/drawing/2014/main" id="{B393D89D-0FFD-4664-8FAD-EE45D64CF7A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" y="0"/>
            <a:ext cx="4781135" cy="5143500"/>
          </a:xfrm>
          <a:custGeom>
            <a:avLst/>
            <a:gdLst>
              <a:gd name="connsiteX0" fmla="*/ 0 w 4781135"/>
              <a:gd name="connsiteY0" fmla="*/ 0 h 5143500"/>
              <a:gd name="connsiteX1" fmla="*/ 3673235 w 4781135"/>
              <a:gd name="connsiteY1" fmla="*/ 0 h 5143500"/>
              <a:gd name="connsiteX2" fmla="*/ 3843349 w 4781135"/>
              <a:gd name="connsiteY2" fmla="*/ 145970 h 5143500"/>
              <a:gd name="connsiteX3" fmla="*/ 4781135 w 4781135"/>
              <a:gd name="connsiteY3" fmla="*/ 2622891 h 5143500"/>
              <a:gd name="connsiteX4" fmla="*/ 3861453 w 4781135"/>
              <a:gd name="connsiteY4" fmla="*/ 5081299 h 5143500"/>
              <a:gd name="connsiteX5" fmla="*/ 3792118 w 4781135"/>
              <a:gd name="connsiteY5" fmla="*/ 5143500 h 5143500"/>
              <a:gd name="connsiteX6" fmla="*/ 0 w 4781135"/>
              <a:gd name="connsiteY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81135" h="5143500">
                <a:moveTo>
                  <a:pt x="0" y="0"/>
                </a:moveTo>
                <a:lnTo>
                  <a:pt x="3673235" y="0"/>
                </a:lnTo>
                <a:lnTo>
                  <a:pt x="3843349" y="145970"/>
                </a:lnTo>
                <a:cubicBezTo>
                  <a:pt x="4444478" y="723140"/>
                  <a:pt x="4781135" y="1564827"/>
                  <a:pt x="4781135" y="2622891"/>
                </a:cubicBezTo>
                <a:cubicBezTo>
                  <a:pt x="4781257" y="3656845"/>
                  <a:pt x="4444586" y="4498301"/>
                  <a:pt x="3861453" y="5081299"/>
                </a:cubicBezTo>
                <a:lnTo>
                  <a:pt x="3792118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BE4174-1212-A5FD-D6D7-7B66CE6E1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572" y="1442763"/>
            <a:ext cx="3712306" cy="1263859"/>
          </a:xfrm>
        </p:spPr>
        <p:txBody>
          <a:bodyPr anchor="b"/>
          <a:lstStyle>
            <a:lvl1pPr algn="ctr">
              <a:defRPr sz="3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2" name="Espace réservé du texte 5">
            <a:extLst>
              <a:ext uri="{FF2B5EF4-FFF2-40B4-BE49-F238E27FC236}">
                <a16:creationId xmlns:a16="http://schemas.microsoft.com/office/drawing/2014/main" id="{C4763866-3F61-4A13-9CE8-9A542B41F4F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87572" y="2818617"/>
            <a:ext cx="3712306" cy="403469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000"/>
              </a:spcAft>
              <a:defRPr lang="en-US" sz="2000" b="0" i="1" kern="1200" dirty="0">
                <a:solidFill>
                  <a:schemeClr val="bg2"/>
                </a:solidFill>
                <a:latin typeface="Sanofi Serif" panose="02060503060201090102" pitchFamily="18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78550" indent="0" algn="ctr">
              <a:lnSpc>
                <a:spcPct val="100000"/>
              </a:lnSpc>
              <a:buFont typeface="Arial" panose="020B0604020202020204" pitchFamily="34" charset="0"/>
              <a:buNone/>
              <a:defRPr sz="2000" b="0" i="1">
                <a:solidFill>
                  <a:schemeClr val="bg1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000"/>
              </a:spcBef>
              <a:defRPr/>
            </a:lvl3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23" name="Espace réservé du texte 5">
            <a:extLst>
              <a:ext uri="{FF2B5EF4-FFF2-40B4-BE49-F238E27FC236}">
                <a16:creationId xmlns:a16="http://schemas.microsoft.com/office/drawing/2014/main" id="{7A2D6EFB-94B5-487C-A9CF-03E9B187D67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087572" y="3240373"/>
            <a:ext cx="3712306" cy="577995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000"/>
              </a:spcAft>
              <a:defRPr lang="en-US" sz="1400" b="0" i="0" kern="1200" dirty="0">
                <a:solidFill>
                  <a:schemeClr val="bg2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defRPr lang="en-US" sz="12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000"/>
              </a:spcBef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E24E6D-4EF1-5A88-14F5-A64B56EAFFD0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>
            <a:off x="6135974" y="4827335"/>
            <a:ext cx="1626918" cy="16662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3F4C016A-CE32-41D3-BF4A-0A241E5D3DCA}" type="datetime1">
              <a:rPr lang="en-US" smtClean="0"/>
              <a:t>2/1/2026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D8AD53-2E55-0829-7091-418B802B405B}"/>
              </a:ext>
            </a:extLst>
          </p:cNvPr>
          <p:cNvCxnSpPr>
            <a:cxnSpLocks/>
          </p:cNvCxnSpPr>
          <p:nvPr userDrawn="1"/>
        </p:nvCxnSpPr>
        <p:spPr>
          <a:xfrm>
            <a:off x="-556260" y="160020"/>
            <a:ext cx="499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28EDFD9-5DD7-F7AA-09B4-BE8D34F712A6}"/>
              </a:ext>
            </a:extLst>
          </p:cNvPr>
          <p:cNvSpPr txBox="1"/>
          <p:nvPr userDrawn="1"/>
        </p:nvSpPr>
        <p:spPr>
          <a:xfrm>
            <a:off x="-2436695" y="45636"/>
            <a:ext cx="1786192" cy="5001369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Sanofi Sans" panose="02010503030201020103" pitchFamily="2" charset="77"/>
              </a:rPr>
              <a:t>How to add an image: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Click on the icon inside the image placeholder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Select the image you want to use from your computer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Click “Open”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Adjust or crop the image if necessary by using the button “Crop” in the top ribbon.</a:t>
            </a:r>
          </a:p>
          <a:p>
            <a:pPr marL="171450" indent="-171450">
              <a:buFontTx/>
              <a:buChar char="-"/>
            </a:pPr>
            <a:endParaRPr lang="en-US" sz="1100" dirty="0">
              <a:latin typeface="Sanofi Sans" panose="02010503030201020103" pitchFamily="2" charset="77"/>
            </a:endParaRPr>
          </a:p>
          <a:p>
            <a:pPr marL="0" indent="0">
              <a:buFontTx/>
              <a:buNone/>
            </a:pPr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r>
              <a:rPr lang="en-US" sz="1100" b="1" dirty="0">
                <a:latin typeface="Sanofi Sans" panose="02010503030201020103" pitchFamily="2" charset="77"/>
              </a:rPr>
              <a:t>Add Alt Text or mark as decorative: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Right click on the image and select “View Alt Text”.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Type in the blank field that appears on the right of the slide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If Alt Text isn’t relevant, tick the box to “Mark element as decorative”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6984F9-B184-339C-6165-DF2D8F7B1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169241" y="2514968"/>
            <a:ext cx="307086" cy="622046"/>
          </a:xfrm>
          <a:prstGeom prst="rect">
            <a:avLst/>
          </a:prstGeom>
        </p:spPr>
      </p:pic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E3743891-B3BB-EA5E-FC37-8CB9253E0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1799" y="5400000"/>
            <a:ext cx="4480560" cy="166630"/>
          </a:xfrm>
        </p:spPr>
        <p:txBody>
          <a:bodyPr/>
          <a:lstStyle>
            <a:lvl1pPr>
              <a:defRPr>
                <a:latin typeface="Sanofi Sans" panose="02010503030201020103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B63CA0F1-D472-F7BE-9A05-381E9355F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6226" y="5400000"/>
            <a:ext cx="476250" cy="205743"/>
          </a:xfrm>
        </p:spPr>
        <p:txBody>
          <a:bodyPr/>
          <a:lstStyle>
            <a:lvl1pPr>
              <a:defRPr>
                <a:latin typeface="Sanofi Sans" panose="02010503030201020103" pitchFamily="2" charset="77"/>
              </a:defRPr>
            </a:lvl1pPr>
          </a:lstStyle>
          <a:p>
            <a:fld id="{6B54B0F7-55DD-40D6-B7F4-70B586885C0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aphique 7">
            <a:extLst>
              <a:ext uri="{FF2B5EF4-FFF2-40B4-BE49-F238E27FC236}">
                <a16:creationId xmlns:a16="http://schemas.microsoft.com/office/drawing/2014/main" id="{F09F5913-4A71-71DF-F051-442E12721E7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518155" y="393549"/>
            <a:ext cx="801592" cy="206368"/>
            <a:chOff x="4767702" y="-472136"/>
            <a:chExt cx="745525" cy="191931"/>
          </a:xfrm>
          <a:solidFill>
            <a:schemeClr val="bg1"/>
          </a:solidFill>
        </p:grpSpPr>
        <p:sp>
          <p:nvSpPr>
            <p:cNvPr id="20" name="Forme libre : forme 7">
              <a:extLst>
                <a:ext uri="{FF2B5EF4-FFF2-40B4-BE49-F238E27FC236}">
                  <a16:creationId xmlns:a16="http://schemas.microsoft.com/office/drawing/2014/main" id="{561ABBAF-3BB9-3221-AE79-0BF782F4CFB9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8">
              <a:extLst>
                <a:ext uri="{FF2B5EF4-FFF2-40B4-BE49-F238E27FC236}">
                  <a16:creationId xmlns:a16="http://schemas.microsoft.com/office/drawing/2014/main" id="{74CA1DC2-2B63-80A8-D1B2-FD26528DC277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>
                <a:solidFill>
                  <a:schemeClr val="accent2"/>
                </a:solidFill>
              </a:endParaRPr>
            </a:p>
          </p:txBody>
        </p:sp>
        <p:sp>
          <p:nvSpPr>
            <p:cNvPr id="24" name="Forme libre : forme 9">
              <a:extLst>
                <a:ext uri="{FF2B5EF4-FFF2-40B4-BE49-F238E27FC236}">
                  <a16:creationId xmlns:a16="http://schemas.microsoft.com/office/drawing/2014/main" id="{412B05CF-E694-D3F0-89CF-53D67919C85F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604490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with Visu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6AD566-8583-4475-A096-A17760443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289130"/>
            <a:ext cx="3548792" cy="720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Espace réservé du texte 17">
            <a:extLst>
              <a:ext uri="{FF2B5EF4-FFF2-40B4-BE49-F238E27FC236}">
                <a16:creationId xmlns:a16="http://schemas.microsoft.com/office/drawing/2014/main" id="{33DFCED8-0EB4-4E57-BDC7-7349EFC7B9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523" y="1470113"/>
            <a:ext cx="388464" cy="422480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lang="en-US" sz="2000" b="0" i="0" kern="1200" noProof="0" dirty="0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700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0" name="Espace réservé du texte 17">
            <a:extLst>
              <a:ext uri="{FF2B5EF4-FFF2-40B4-BE49-F238E27FC236}">
                <a16:creationId xmlns:a16="http://schemas.microsoft.com/office/drawing/2014/main" id="{591A3E6F-3476-47ED-8C55-9EBB33F42A52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892771" y="1468492"/>
            <a:ext cx="2987221" cy="242482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2000" b="0" i="0" cap="none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2000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6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1600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Chapter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41" name="Espace réservé du texte 17">
            <a:extLst>
              <a:ext uri="{FF2B5EF4-FFF2-40B4-BE49-F238E27FC236}">
                <a16:creationId xmlns:a16="http://schemas.microsoft.com/office/drawing/2014/main" id="{8AFC591C-8E4C-4797-84E6-9ACB86CA696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893659" y="1733550"/>
            <a:ext cx="2987221" cy="154434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1400" b="0" i="0" cap="all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1400" b="0" i="1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8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8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24" name="Espace réservé du texte 17">
            <a:extLst>
              <a:ext uri="{FF2B5EF4-FFF2-40B4-BE49-F238E27FC236}">
                <a16:creationId xmlns:a16="http://schemas.microsoft.com/office/drawing/2014/main" id="{97091393-5B32-4687-B23A-7838A2A25A2C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331523" y="2064574"/>
            <a:ext cx="388464" cy="422480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lang="en-US" sz="2000" b="0" i="0" kern="1200" noProof="0" dirty="0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700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27" name="Espace réservé du texte 17">
            <a:extLst>
              <a:ext uri="{FF2B5EF4-FFF2-40B4-BE49-F238E27FC236}">
                <a16:creationId xmlns:a16="http://schemas.microsoft.com/office/drawing/2014/main" id="{4EFDD7E2-57EF-47B5-AF8A-BF6D20E10C47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92771" y="2062953"/>
            <a:ext cx="2987221" cy="242482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2000" b="0" i="0" cap="none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2000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6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1600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Chapter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26" name="Espace réservé du texte 17">
            <a:extLst>
              <a:ext uri="{FF2B5EF4-FFF2-40B4-BE49-F238E27FC236}">
                <a16:creationId xmlns:a16="http://schemas.microsoft.com/office/drawing/2014/main" id="{78A45169-55E0-4EE5-8CBA-8768DBF2F54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893659" y="2328011"/>
            <a:ext cx="2987221" cy="154434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1400" b="0" i="0" cap="all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1400" b="0" i="1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8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8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28" name="Espace réservé du texte 17">
            <a:extLst>
              <a:ext uri="{FF2B5EF4-FFF2-40B4-BE49-F238E27FC236}">
                <a16:creationId xmlns:a16="http://schemas.microsoft.com/office/drawing/2014/main" id="{075F6C6B-6992-47B7-BC49-F4AC1EE38A88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31523" y="2659035"/>
            <a:ext cx="388464" cy="422480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lang="en-US" sz="2000" b="0" i="0" kern="1200" noProof="0" dirty="0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700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30" name="Espace réservé du texte 17">
            <a:extLst>
              <a:ext uri="{FF2B5EF4-FFF2-40B4-BE49-F238E27FC236}">
                <a16:creationId xmlns:a16="http://schemas.microsoft.com/office/drawing/2014/main" id="{599CCF3B-6B06-4CAD-8825-545E17FF2ACF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92771" y="2657414"/>
            <a:ext cx="2987221" cy="242482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2000" b="0" i="0" cap="none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2000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6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1600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Chapter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29" name="Espace réservé du texte 17">
            <a:extLst>
              <a:ext uri="{FF2B5EF4-FFF2-40B4-BE49-F238E27FC236}">
                <a16:creationId xmlns:a16="http://schemas.microsoft.com/office/drawing/2014/main" id="{41B2844B-42C8-4FB2-BA00-4038766A4A1D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93659" y="2922472"/>
            <a:ext cx="2987221" cy="154434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1400" b="0" i="0" cap="all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1400" b="0" i="1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8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8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31" name="Espace réservé du texte 17">
            <a:extLst>
              <a:ext uri="{FF2B5EF4-FFF2-40B4-BE49-F238E27FC236}">
                <a16:creationId xmlns:a16="http://schemas.microsoft.com/office/drawing/2014/main" id="{4A758C59-C8FF-42D2-9532-27C881E50320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331523" y="3254827"/>
            <a:ext cx="388464" cy="422480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lang="en-US" sz="2000" b="0" i="0" kern="1200" noProof="0" dirty="0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700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33" name="Espace réservé du texte 17">
            <a:extLst>
              <a:ext uri="{FF2B5EF4-FFF2-40B4-BE49-F238E27FC236}">
                <a16:creationId xmlns:a16="http://schemas.microsoft.com/office/drawing/2014/main" id="{930D6C4D-8511-437A-B3D5-0F9CBC93B993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892771" y="3253206"/>
            <a:ext cx="2987221" cy="242482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2000" b="0" i="0" cap="none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2000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6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1600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Chapter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32" name="Espace réservé du texte 17">
            <a:extLst>
              <a:ext uri="{FF2B5EF4-FFF2-40B4-BE49-F238E27FC236}">
                <a16:creationId xmlns:a16="http://schemas.microsoft.com/office/drawing/2014/main" id="{218CAD9D-594C-4262-9BE4-D19C1B8241C1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893659" y="3518264"/>
            <a:ext cx="2987221" cy="154434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1400" b="0" i="0" cap="all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1400" b="0" i="1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8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8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34" name="Espace réservé du texte 17">
            <a:extLst>
              <a:ext uri="{FF2B5EF4-FFF2-40B4-BE49-F238E27FC236}">
                <a16:creationId xmlns:a16="http://schemas.microsoft.com/office/drawing/2014/main" id="{98D97654-EEEA-4D58-A2DB-CCD6CCA548FE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331523" y="3848578"/>
            <a:ext cx="388464" cy="422480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lang="en-US" sz="2000" b="0" i="0" kern="1200" noProof="0" dirty="0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700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36" name="Espace réservé du texte 17">
            <a:extLst>
              <a:ext uri="{FF2B5EF4-FFF2-40B4-BE49-F238E27FC236}">
                <a16:creationId xmlns:a16="http://schemas.microsoft.com/office/drawing/2014/main" id="{09F33D73-E99B-4746-8C7A-EBD6161BCDB4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892771" y="3846957"/>
            <a:ext cx="2987221" cy="242482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2000" b="0" i="0" cap="none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2000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6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1600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Chapter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35" name="Espace réservé du texte 17">
            <a:extLst>
              <a:ext uri="{FF2B5EF4-FFF2-40B4-BE49-F238E27FC236}">
                <a16:creationId xmlns:a16="http://schemas.microsoft.com/office/drawing/2014/main" id="{89230667-50D9-47D9-A8C7-FAE52F19D569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893659" y="4112015"/>
            <a:ext cx="2987221" cy="154434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1400" b="0" i="0" cap="all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1400" b="0" i="1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8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8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16" name="Espace réservé pour une image  15">
            <a:extLst>
              <a:ext uri="{FF2B5EF4-FFF2-40B4-BE49-F238E27FC236}">
                <a16:creationId xmlns:a16="http://schemas.microsoft.com/office/drawing/2014/main" id="{AE9FBA9E-4B66-4D19-A4F1-FA106CF9436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2777" y="532799"/>
            <a:ext cx="4756746" cy="4132943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281186E-573E-EE05-B138-F2147E78ABDC}"/>
              </a:ext>
            </a:extLst>
          </p:cNvPr>
          <p:cNvSpPr>
            <a:spLocks noGrp="1"/>
          </p:cNvSpPr>
          <p:nvPr>
            <p:ph type="ftr" sz="quarter" idx="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221522-8752-D144-CBDC-F4E82C157112}"/>
              </a:ext>
            </a:extLst>
          </p:cNvPr>
          <p:cNvSpPr>
            <a:spLocks noGrp="1"/>
          </p:cNvSpPr>
          <p:nvPr>
            <p:ph type="dt" sz="half" idx="94"/>
          </p:nvPr>
        </p:nvSpPr>
        <p:spPr/>
        <p:txBody>
          <a:bodyPr/>
          <a:lstStyle/>
          <a:p>
            <a:fld id="{4645A3FD-5C5A-4F91-AE43-309EDE1FEC3B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84C0408-DEDF-6B0B-2B8E-193A356A5A0A}"/>
              </a:ext>
            </a:extLst>
          </p:cNvPr>
          <p:cNvSpPr>
            <a:spLocks noGrp="1"/>
          </p:cNvSpPr>
          <p:nvPr>
            <p:ph type="sldNum" sz="quarter" idx="96"/>
          </p:nvPr>
        </p:nvSpPr>
        <p:spPr/>
        <p:txBody>
          <a:bodyPr/>
          <a:lstStyle/>
          <a:p>
            <a:fld id="{6B54B0F7-55DD-40D6-B7F4-70B586885C0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D10B7C-E302-23C8-88DB-F8BC64865780}"/>
              </a:ext>
            </a:extLst>
          </p:cNvPr>
          <p:cNvCxnSpPr>
            <a:cxnSpLocks/>
          </p:cNvCxnSpPr>
          <p:nvPr userDrawn="1"/>
        </p:nvCxnSpPr>
        <p:spPr>
          <a:xfrm flipH="1">
            <a:off x="9179892" y="815209"/>
            <a:ext cx="6041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4A75DDD-3897-E5BF-C97D-A5F9C0E4FC8B}"/>
              </a:ext>
            </a:extLst>
          </p:cNvPr>
          <p:cNvSpPr txBox="1"/>
          <p:nvPr userDrawn="1"/>
        </p:nvSpPr>
        <p:spPr>
          <a:xfrm>
            <a:off x="9842871" y="679025"/>
            <a:ext cx="1786192" cy="5001369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Sanofi Sans" panose="02010503030201020103" pitchFamily="2" charset="77"/>
              </a:rPr>
              <a:t>How to add an image: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Click on the icon inside the image placeholder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Select the image you want to use from your computer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Click “Open”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Adjust or crop the image if necessary by using the button “Crop” in the top ribbon.</a:t>
            </a:r>
          </a:p>
          <a:p>
            <a:pPr marL="171450" indent="-171450">
              <a:buFontTx/>
              <a:buChar char="-"/>
            </a:pPr>
            <a:endParaRPr lang="en-US" sz="1100" dirty="0">
              <a:latin typeface="Sanofi Sans" panose="02010503030201020103" pitchFamily="2" charset="77"/>
            </a:endParaRPr>
          </a:p>
          <a:p>
            <a:pPr marL="0" indent="0">
              <a:buFontTx/>
              <a:buNone/>
            </a:pPr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r>
              <a:rPr lang="en-US" sz="1100" b="1" dirty="0">
                <a:latin typeface="Sanofi Sans" panose="02010503030201020103" pitchFamily="2" charset="77"/>
              </a:rPr>
              <a:t>Add Alt Text or mark as decorative: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Right click on the image and select “View Alt Text”.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Type in the blank field that appears on the right of the slide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If Alt Text isn’t relevant, tick the box to “Mark element as decorative”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0902F2-39DE-D993-BFA5-D7BCB639A8E5}"/>
              </a:ext>
            </a:extLst>
          </p:cNvPr>
          <p:cNvCxnSpPr/>
          <p:nvPr userDrawn="1"/>
        </p:nvCxnSpPr>
        <p:spPr>
          <a:xfrm flipV="1">
            <a:off x="3912767" y="5181600"/>
            <a:ext cx="0" cy="307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85E8FAC-0796-1DA0-37D6-3EE1E2A42211}"/>
              </a:ext>
            </a:extLst>
          </p:cNvPr>
          <p:cNvSpPr txBox="1"/>
          <p:nvPr userDrawn="1"/>
        </p:nvSpPr>
        <p:spPr>
          <a:xfrm>
            <a:off x="-32541" y="5633568"/>
            <a:ext cx="5842075" cy="1107996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Sanofi Sans" panose="02010503030201020103" pitchFamily="2" charset="77"/>
              </a:rPr>
              <a:t>How to insert all footers: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Select “Insert” from the top ribbon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Then click on “Header &amp; footer”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Type the footer text in field below “Footer”, as shown in the screenshot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Click on “Apply to all”.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The footer on all slides will be updated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DA84A9-1785-6AC6-AED6-F00021C576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56179" y="5633568"/>
            <a:ext cx="563149" cy="8788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7075EC-B61B-F364-411E-94E0D3638F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378" t="63777" r="23226" b="25030"/>
          <a:stretch/>
        </p:blipFill>
        <p:spPr>
          <a:xfrm>
            <a:off x="5956179" y="6596487"/>
            <a:ext cx="4912937" cy="5293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4FFCEA-F144-8EE2-761E-45FF9466C58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10325" y="3140983"/>
            <a:ext cx="307086" cy="62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589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5464B-D2EF-4132-BFF3-24607B5DE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8" name="Espace réservé du texte 17">
            <a:extLst>
              <a:ext uri="{FF2B5EF4-FFF2-40B4-BE49-F238E27FC236}">
                <a16:creationId xmlns:a16="http://schemas.microsoft.com/office/drawing/2014/main" id="{82732C9F-2E43-4038-BC05-DED439C12F10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57303" y="1470113"/>
            <a:ext cx="388464" cy="422480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lang="en-US" sz="2000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700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40" name="Espace réservé du texte 17">
            <a:extLst>
              <a:ext uri="{FF2B5EF4-FFF2-40B4-BE49-F238E27FC236}">
                <a16:creationId xmlns:a16="http://schemas.microsoft.com/office/drawing/2014/main" id="{30B81CE8-C869-4163-AF4B-EB730E30E2A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418551" y="1468492"/>
            <a:ext cx="2987221" cy="242482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20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2000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6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1600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Chapter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39" name="Espace réservé du texte 17">
            <a:extLst>
              <a:ext uri="{FF2B5EF4-FFF2-40B4-BE49-F238E27FC236}">
                <a16:creationId xmlns:a16="http://schemas.microsoft.com/office/drawing/2014/main" id="{4729A94F-D32F-4FA2-B41A-A87626D5F53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419439" y="1733550"/>
            <a:ext cx="2987221" cy="154434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14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1400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8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8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59" name="Espace réservé du texte 17">
            <a:extLst>
              <a:ext uri="{FF2B5EF4-FFF2-40B4-BE49-F238E27FC236}">
                <a16:creationId xmlns:a16="http://schemas.microsoft.com/office/drawing/2014/main" id="{E8F35747-B4E8-4514-BE8C-F5A1401CF48F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57303" y="2064661"/>
            <a:ext cx="388464" cy="422480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lang="en-US" sz="2000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700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61" name="Espace réservé du texte 17">
            <a:extLst>
              <a:ext uri="{FF2B5EF4-FFF2-40B4-BE49-F238E27FC236}">
                <a16:creationId xmlns:a16="http://schemas.microsoft.com/office/drawing/2014/main" id="{FCCA7931-F0F5-41EC-B328-F91A4F359E2C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1418551" y="2063040"/>
            <a:ext cx="2987221" cy="242482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20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2000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6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1600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Chapter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60" name="Espace réservé du texte 17">
            <a:extLst>
              <a:ext uri="{FF2B5EF4-FFF2-40B4-BE49-F238E27FC236}">
                <a16:creationId xmlns:a16="http://schemas.microsoft.com/office/drawing/2014/main" id="{DBAE0210-39D8-4F04-8FF6-6CD0D5F97AEC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1419439" y="2328098"/>
            <a:ext cx="2987221" cy="154434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14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1400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8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8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62" name="Espace réservé du texte 17">
            <a:extLst>
              <a:ext uri="{FF2B5EF4-FFF2-40B4-BE49-F238E27FC236}">
                <a16:creationId xmlns:a16="http://schemas.microsoft.com/office/drawing/2014/main" id="{7BA108F3-0481-4A14-9D65-B9A309C38668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857303" y="2659209"/>
            <a:ext cx="388464" cy="422480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lang="en-US" sz="2000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700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64" name="Espace réservé du texte 17">
            <a:extLst>
              <a:ext uri="{FF2B5EF4-FFF2-40B4-BE49-F238E27FC236}">
                <a16:creationId xmlns:a16="http://schemas.microsoft.com/office/drawing/2014/main" id="{66506539-BBA1-4A3E-B7AD-0307CA753479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1418551" y="2657588"/>
            <a:ext cx="2987221" cy="242482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20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2000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6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1600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Chapter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63" name="Espace réservé du texte 17">
            <a:extLst>
              <a:ext uri="{FF2B5EF4-FFF2-40B4-BE49-F238E27FC236}">
                <a16:creationId xmlns:a16="http://schemas.microsoft.com/office/drawing/2014/main" id="{41FE92FA-898C-4F5A-A71E-9D8B964E10FC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1419439" y="2922646"/>
            <a:ext cx="2987221" cy="154434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14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1400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8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8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65" name="Espace réservé du texte 17">
            <a:extLst>
              <a:ext uri="{FF2B5EF4-FFF2-40B4-BE49-F238E27FC236}">
                <a16:creationId xmlns:a16="http://schemas.microsoft.com/office/drawing/2014/main" id="{C5654311-D660-4B29-AF0A-1981CC54CEE9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857303" y="3253757"/>
            <a:ext cx="388464" cy="422480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lang="en-US" sz="2000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700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44" name="Espace réservé du texte 17">
            <a:extLst>
              <a:ext uri="{FF2B5EF4-FFF2-40B4-BE49-F238E27FC236}">
                <a16:creationId xmlns:a16="http://schemas.microsoft.com/office/drawing/2014/main" id="{96E7A572-131B-4F3D-A86D-379293B4A63D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857303" y="3848304"/>
            <a:ext cx="388464" cy="422480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lang="en-US" sz="2000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700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3" name="Espace réservé du texte 17">
            <a:extLst>
              <a:ext uri="{FF2B5EF4-FFF2-40B4-BE49-F238E27FC236}">
                <a16:creationId xmlns:a16="http://schemas.microsoft.com/office/drawing/2014/main" id="{85BA105D-CC21-4D86-8EAC-3B1D35E166FF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970112" y="1470113"/>
            <a:ext cx="388464" cy="422480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lang="en-US" sz="2000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700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68" name="Espace réservé du texte 17">
            <a:extLst>
              <a:ext uri="{FF2B5EF4-FFF2-40B4-BE49-F238E27FC236}">
                <a16:creationId xmlns:a16="http://schemas.microsoft.com/office/drawing/2014/main" id="{F8D9666C-06C2-4568-AFE1-5E33A958EFFF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4970112" y="2064661"/>
            <a:ext cx="388464" cy="422480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lang="en-US" sz="2000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700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71" name="Espace réservé du texte 17">
            <a:extLst>
              <a:ext uri="{FF2B5EF4-FFF2-40B4-BE49-F238E27FC236}">
                <a16:creationId xmlns:a16="http://schemas.microsoft.com/office/drawing/2014/main" id="{93AE66DF-B0A6-45B7-A2F2-B59B5C8C03BC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4970112" y="2659209"/>
            <a:ext cx="388464" cy="422480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lang="en-US" sz="2000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700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74" name="Espace réservé du texte 17">
            <a:extLst>
              <a:ext uri="{FF2B5EF4-FFF2-40B4-BE49-F238E27FC236}">
                <a16:creationId xmlns:a16="http://schemas.microsoft.com/office/drawing/2014/main" id="{05BA45E7-DB40-4745-812E-41659735FD2D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970112" y="3253757"/>
            <a:ext cx="388464" cy="422480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lang="en-US" sz="2000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700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6" name="Espace réservé du texte 17">
            <a:extLst>
              <a:ext uri="{FF2B5EF4-FFF2-40B4-BE49-F238E27FC236}">
                <a16:creationId xmlns:a16="http://schemas.microsoft.com/office/drawing/2014/main" id="{B44E60B6-D8D8-4311-9307-2FD74D1A6FEA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4970112" y="3848304"/>
            <a:ext cx="388464" cy="422480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lang="en-US" sz="2000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700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20000">
              <a:lnSpc>
                <a:spcPct val="90000"/>
              </a:lnSpc>
              <a:spcBef>
                <a:spcPts val="300"/>
              </a:spcBef>
              <a:defRPr lang="fr-FR" sz="7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67494-10A0-8CBD-2FAA-34E62FCEAD85}"/>
              </a:ext>
            </a:extLst>
          </p:cNvPr>
          <p:cNvSpPr>
            <a:spLocks noGrp="1"/>
          </p:cNvSpPr>
          <p:nvPr>
            <p:ph type="ftr" sz="quarter" idx="1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9EF3C5-B274-8FB7-CFAD-107C73CFAD24}"/>
              </a:ext>
            </a:extLst>
          </p:cNvPr>
          <p:cNvSpPr>
            <a:spLocks noGrp="1"/>
          </p:cNvSpPr>
          <p:nvPr>
            <p:ph type="dt" sz="half" idx="131"/>
          </p:nvPr>
        </p:nvSpPr>
        <p:spPr/>
        <p:txBody>
          <a:bodyPr/>
          <a:lstStyle/>
          <a:p>
            <a:fld id="{2D784B3A-2CE9-459C-B273-C10928231E8C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BFAEB-C078-B08E-3306-219710AFEB6A}"/>
              </a:ext>
            </a:extLst>
          </p:cNvPr>
          <p:cNvSpPr>
            <a:spLocks noGrp="1"/>
          </p:cNvSpPr>
          <p:nvPr>
            <p:ph type="sldNum" sz="quarter" idx="133"/>
          </p:nvPr>
        </p:nvSpPr>
        <p:spPr/>
        <p:txBody>
          <a:bodyPr/>
          <a:lstStyle/>
          <a:p>
            <a:fld id="{6B54B0F7-55DD-40D6-B7F4-70B586885C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Espace réservé du texte 17">
            <a:extLst>
              <a:ext uri="{FF2B5EF4-FFF2-40B4-BE49-F238E27FC236}">
                <a16:creationId xmlns:a16="http://schemas.microsoft.com/office/drawing/2014/main" id="{BEA0C3A5-8675-3FF0-89DF-69DD661C8DB9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1418551" y="3247896"/>
            <a:ext cx="2987221" cy="242482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20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2000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6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1600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Chapter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7" name="Espace réservé du texte 17">
            <a:extLst>
              <a:ext uri="{FF2B5EF4-FFF2-40B4-BE49-F238E27FC236}">
                <a16:creationId xmlns:a16="http://schemas.microsoft.com/office/drawing/2014/main" id="{08DF23FC-FB49-8327-F4A5-178FB06A2B2A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1419439" y="3512954"/>
            <a:ext cx="2987221" cy="154434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14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1400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8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8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8" name="Espace réservé du texte 17">
            <a:extLst>
              <a:ext uri="{FF2B5EF4-FFF2-40B4-BE49-F238E27FC236}">
                <a16:creationId xmlns:a16="http://schemas.microsoft.com/office/drawing/2014/main" id="{8AC92D72-79F5-6132-BDCC-BD33C5BD7966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1418551" y="3849779"/>
            <a:ext cx="2987221" cy="242482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20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2000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6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1600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Chapter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9" name="Espace réservé du texte 17">
            <a:extLst>
              <a:ext uri="{FF2B5EF4-FFF2-40B4-BE49-F238E27FC236}">
                <a16:creationId xmlns:a16="http://schemas.microsoft.com/office/drawing/2014/main" id="{3281126A-41A2-5B3A-1FA8-77F3EA3F927A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1419439" y="4114837"/>
            <a:ext cx="2987221" cy="154434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14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1400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8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8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10" name="Espace réservé du texte 17">
            <a:extLst>
              <a:ext uri="{FF2B5EF4-FFF2-40B4-BE49-F238E27FC236}">
                <a16:creationId xmlns:a16="http://schemas.microsoft.com/office/drawing/2014/main" id="{C3A97E51-E3E0-7B39-7834-0DD056DA4237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5527564" y="1468492"/>
            <a:ext cx="2987221" cy="242482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20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2000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6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1600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Chapter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11" name="Espace réservé du texte 17">
            <a:extLst>
              <a:ext uri="{FF2B5EF4-FFF2-40B4-BE49-F238E27FC236}">
                <a16:creationId xmlns:a16="http://schemas.microsoft.com/office/drawing/2014/main" id="{87295372-B9BC-9365-FDA1-94B2E87D04AA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528452" y="1733550"/>
            <a:ext cx="2987221" cy="154434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14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1400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8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8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12" name="Espace réservé du texte 17">
            <a:extLst>
              <a:ext uri="{FF2B5EF4-FFF2-40B4-BE49-F238E27FC236}">
                <a16:creationId xmlns:a16="http://schemas.microsoft.com/office/drawing/2014/main" id="{E59C78B7-6BF7-DBF5-7889-565008C9AEA0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5527564" y="2063040"/>
            <a:ext cx="2987221" cy="242482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20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2000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6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1600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Chapter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13" name="Espace réservé du texte 17">
            <a:extLst>
              <a:ext uri="{FF2B5EF4-FFF2-40B4-BE49-F238E27FC236}">
                <a16:creationId xmlns:a16="http://schemas.microsoft.com/office/drawing/2014/main" id="{893F0BFF-3744-7FDC-DA74-0E4D3DE98D06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5528452" y="2328098"/>
            <a:ext cx="2987221" cy="154434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14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1400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8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8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14" name="Espace réservé du texte 17">
            <a:extLst>
              <a:ext uri="{FF2B5EF4-FFF2-40B4-BE49-F238E27FC236}">
                <a16:creationId xmlns:a16="http://schemas.microsoft.com/office/drawing/2014/main" id="{E42B1777-A8CF-583D-D86E-F13E41BAC0EE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5527564" y="2657588"/>
            <a:ext cx="2987221" cy="242482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20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2000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6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1600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Chapter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15" name="Espace réservé du texte 17">
            <a:extLst>
              <a:ext uri="{FF2B5EF4-FFF2-40B4-BE49-F238E27FC236}">
                <a16:creationId xmlns:a16="http://schemas.microsoft.com/office/drawing/2014/main" id="{D76849E9-2D63-4B2B-082B-C68F707B4F6B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5528452" y="2922646"/>
            <a:ext cx="2987221" cy="154434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14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1400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8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8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16" name="Espace réservé du texte 17">
            <a:extLst>
              <a:ext uri="{FF2B5EF4-FFF2-40B4-BE49-F238E27FC236}">
                <a16:creationId xmlns:a16="http://schemas.microsoft.com/office/drawing/2014/main" id="{C93E33F7-A7B5-4EAF-874A-64BCCA85459F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5527564" y="3247896"/>
            <a:ext cx="2987221" cy="242482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20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2000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6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1600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Chapter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17" name="Espace réservé du texte 17">
            <a:extLst>
              <a:ext uri="{FF2B5EF4-FFF2-40B4-BE49-F238E27FC236}">
                <a16:creationId xmlns:a16="http://schemas.microsoft.com/office/drawing/2014/main" id="{C129B55A-1317-32B4-45D4-DBDF594D8AAB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5528452" y="3512954"/>
            <a:ext cx="2987221" cy="154434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14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1400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8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8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28F968D2-D73D-3739-CE5A-B643A2CF3CD1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5527564" y="3849779"/>
            <a:ext cx="2987221" cy="242482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20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2000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1600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1600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Chapter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fr-FR" noProof="0" dirty="0"/>
          </a:p>
        </p:txBody>
      </p:sp>
      <p:sp>
        <p:nvSpPr>
          <p:cNvPr id="19" name="Espace réservé du texte 17">
            <a:extLst>
              <a:ext uri="{FF2B5EF4-FFF2-40B4-BE49-F238E27FC236}">
                <a16:creationId xmlns:a16="http://schemas.microsoft.com/office/drawing/2014/main" id="{FAAC0B39-1B23-5841-AD77-466D083BD192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5528452" y="4114837"/>
            <a:ext cx="2987221" cy="154434"/>
          </a:xfrm>
        </p:spPr>
        <p:txBody>
          <a:bodyPr/>
          <a:lstStyle>
            <a:lvl1pPr>
              <a:lnSpc>
                <a:spcPct val="90000"/>
              </a:lnSpc>
              <a:spcBef>
                <a:spcPts val="600"/>
              </a:spcBef>
              <a:defRPr sz="14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fr-FR" sz="1400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600"/>
              </a:spcBef>
              <a:defRPr sz="800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300"/>
              </a:spcBef>
              <a:defRPr lang="fr-FR" sz="800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fr-FR" noProof="0" dirty="0" err="1"/>
              <a:t>Subtitle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939500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(Dark)">
    <p:bg>
      <p:bgPr>
        <a:solidFill>
          <a:srgbClr val="1E0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8EEE40-8DCC-A126-3431-24FEFD6BAC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9317" y="2278105"/>
            <a:ext cx="4888011" cy="320041"/>
          </a:xfrm>
          <a:effectLst/>
        </p:spPr>
        <p:txBody>
          <a:bodyPr vert="horz" lIns="0" tIns="0" rIns="0" bIns="0" rtlCol="0">
            <a:noAutofit/>
          </a:bodyPr>
          <a:lstStyle>
            <a:lvl1pPr>
              <a:defRPr lang="en-GB" b="1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fr-FR" noProof="0" dirty="0"/>
              <a:t>Principal </a:t>
            </a:r>
            <a:r>
              <a:rPr lang="fr-FR" noProof="0" dirty="0" err="1"/>
              <a:t>chapter</a:t>
            </a:r>
            <a:r>
              <a:rPr lang="fr-FR" noProof="0" dirty="0"/>
              <a:t> </a:t>
            </a:r>
            <a:r>
              <a:rPr lang="fr-FR" noProof="0" dirty="0" err="1"/>
              <a:t>title</a:t>
            </a:r>
            <a:endParaRPr lang="en-GB" noProof="0" dirty="0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D97075C2-D640-40B7-B715-DE36BBB3F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4222" y="3119437"/>
            <a:ext cx="953453" cy="942975"/>
          </a:xfrm>
          <a:prstGeom prst="rect">
            <a:avLst/>
          </a:prstGeom>
        </p:spPr>
      </p:pic>
      <p:sp>
        <p:nvSpPr>
          <p:cNvPr id="14" name="Espace réservé du texte 17">
            <a:extLst>
              <a:ext uri="{FF2B5EF4-FFF2-40B4-BE49-F238E27FC236}">
                <a16:creationId xmlns:a16="http://schemas.microsoft.com/office/drawing/2014/main" id="{B077D764-009F-4B11-889B-7C1F77AE7E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8680" y="2265747"/>
            <a:ext cx="838579" cy="332399"/>
          </a:xfrm>
        </p:spPr>
        <p:txBody>
          <a:bodyPr vert="horz" lIns="0" tIns="0" rIns="0" bIns="0" rtlCol="0">
            <a:noAutofit/>
          </a:bodyPr>
          <a:lstStyle>
            <a:lvl1pPr algn="r">
              <a:defRPr lang="en-US" sz="2400" b="1" noProof="0" dirty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noProof="0"/>
              <a:t>00</a:t>
            </a:r>
          </a:p>
        </p:txBody>
      </p:sp>
      <p:sp>
        <p:nvSpPr>
          <p:cNvPr id="7" name="Espace réservé du texte 17">
            <a:extLst>
              <a:ext uri="{FF2B5EF4-FFF2-40B4-BE49-F238E27FC236}">
                <a16:creationId xmlns:a16="http://schemas.microsoft.com/office/drawing/2014/main" id="{DA36FF3D-AF0A-45ED-BF39-F628AE9DBF5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09318" y="2665618"/>
            <a:ext cx="4888011" cy="236561"/>
          </a:xfrm>
        </p:spPr>
        <p:txBody>
          <a:bodyPr/>
          <a:lstStyle>
            <a:lvl1pPr>
              <a:lnSpc>
                <a:spcPct val="90000"/>
              </a:lnSpc>
              <a:defRPr lang="fr-FR" sz="1400" b="0" i="0" kern="1200" cap="all" baseline="0" dirty="0" err="1">
                <a:solidFill>
                  <a:schemeClr val="bg2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>
              <a:lnSpc>
                <a:spcPct val="90000"/>
              </a:lnSpc>
              <a:spcBef>
                <a:spcPts val="600"/>
              </a:spcBef>
              <a:defRPr lang="fr-FR" sz="1400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800"/>
              </a:spcBef>
              <a:defRPr sz="1400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300"/>
              </a:spcBef>
              <a:defRPr lang="fr-FR" sz="75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6" name="Espace réservé du texte 17">
            <a:extLst>
              <a:ext uri="{FF2B5EF4-FFF2-40B4-BE49-F238E27FC236}">
                <a16:creationId xmlns:a16="http://schemas.microsoft.com/office/drawing/2014/main" id="{FB6BFF7B-8B97-443F-8D19-A75C20F978D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009318" y="2985658"/>
            <a:ext cx="4888011" cy="236561"/>
          </a:xfrm>
        </p:spPr>
        <p:txBody>
          <a:bodyPr/>
          <a:lstStyle>
            <a:lvl1pPr>
              <a:lnSpc>
                <a:spcPct val="90000"/>
              </a:lnSpc>
              <a:defRPr lang="fr-FR" sz="1400" b="0" i="1" kern="1200" noProof="0" dirty="0" smtClean="0">
                <a:solidFill>
                  <a:schemeClr val="bg2"/>
                </a:solidFill>
                <a:latin typeface="Sanofi Serif" panose="02060503060201090102" pitchFamily="18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>
              <a:lnSpc>
                <a:spcPct val="90000"/>
              </a:lnSpc>
              <a:spcBef>
                <a:spcPts val="600"/>
              </a:spcBef>
              <a:defRPr lang="fr-FR" sz="1400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800"/>
              </a:spcBef>
              <a:defRPr sz="1400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300"/>
              </a:spcBef>
              <a:defRPr lang="fr-FR" sz="75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noProof="0"/>
              <a:t>Cliquez pour modifier les styles du texte du masque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25E0CC-CFAB-5056-6A45-8156CA264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8336226" y="5385122"/>
            <a:ext cx="476250" cy="205743"/>
          </a:xfrm>
        </p:spPr>
        <p:txBody>
          <a:bodyPr/>
          <a:lstStyle/>
          <a:p>
            <a:fld id="{6B54B0F7-55DD-40D6-B7F4-70B586885C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DAE3543C-6EC4-D123-03DD-3A11B0C12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6548724" y="5424235"/>
            <a:ext cx="1626918" cy="166629"/>
          </a:xfrm>
        </p:spPr>
        <p:txBody>
          <a:bodyPr/>
          <a:lstStyle/>
          <a:p>
            <a:fld id="{E6312DF6-B889-4E66-B157-82122424D021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FF5A9496-3F34-F016-506C-E6DE286BB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1671799" y="5427541"/>
            <a:ext cx="4480560" cy="16663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40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220F6A4-A7AC-0213-849B-AF3167A14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9317" y="2278105"/>
            <a:ext cx="4888011" cy="320041"/>
          </a:xfrm>
          <a:effectLst/>
        </p:spPr>
        <p:txBody>
          <a:bodyPr vert="horz" lIns="0" tIns="0" rIns="0" bIns="0" rtlCol="0">
            <a:noAutofit/>
          </a:bodyPr>
          <a:lstStyle>
            <a:lvl1pPr>
              <a:defRPr lang="en-GB" b="1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GB" noProof="0"/>
              <a:t>Principal chapter title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D97075C2-D640-40B7-B715-DE36BBB3F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4222" y="3119437"/>
            <a:ext cx="953453" cy="942975"/>
          </a:xfrm>
          <a:prstGeom prst="rect">
            <a:avLst/>
          </a:prstGeom>
        </p:spPr>
      </p:pic>
      <p:sp>
        <p:nvSpPr>
          <p:cNvPr id="7" name="Espace réservé du texte 17">
            <a:extLst>
              <a:ext uri="{FF2B5EF4-FFF2-40B4-BE49-F238E27FC236}">
                <a16:creationId xmlns:a16="http://schemas.microsoft.com/office/drawing/2014/main" id="{1CE40FF4-616D-467E-AEDB-B9934FB2C8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8680" y="2265747"/>
            <a:ext cx="838579" cy="3323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2400" b="1" noProof="0" dirty="0">
                <a:solidFill>
                  <a:schemeClr val="tx1"/>
                </a:solidFill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noProof="0" dirty="0"/>
              <a:t>00</a:t>
            </a:r>
          </a:p>
        </p:txBody>
      </p:sp>
      <p:sp>
        <p:nvSpPr>
          <p:cNvPr id="10" name="Espace réservé du texte 17">
            <a:extLst>
              <a:ext uri="{FF2B5EF4-FFF2-40B4-BE49-F238E27FC236}">
                <a16:creationId xmlns:a16="http://schemas.microsoft.com/office/drawing/2014/main" id="{A97CE5D1-697D-4C34-8623-6B2871AE2E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09318" y="2665618"/>
            <a:ext cx="4888011" cy="236561"/>
          </a:xfrm>
        </p:spPr>
        <p:txBody>
          <a:bodyPr/>
          <a:lstStyle>
            <a:lvl1pPr>
              <a:lnSpc>
                <a:spcPct val="90000"/>
              </a:lnSpc>
              <a:defRPr lang="fr-FR" sz="1400" b="0" i="0" kern="1200" cap="all" baseline="0" dirty="0" err="1">
                <a:solidFill>
                  <a:schemeClr val="accent2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fr-FR" sz="1400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800"/>
              </a:spcBef>
              <a:defRPr sz="1400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300"/>
              </a:spcBef>
              <a:defRPr lang="fr-FR" sz="75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9" name="Espace réservé du texte 17">
            <a:extLst>
              <a:ext uri="{FF2B5EF4-FFF2-40B4-BE49-F238E27FC236}">
                <a16:creationId xmlns:a16="http://schemas.microsoft.com/office/drawing/2014/main" id="{A4BDC3FC-500C-4A36-AFD2-52224706F78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009318" y="2985658"/>
            <a:ext cx="4888011" cy="236561"/>
          </a:xfrm>
        </p:spPr>
        <p:txBody>
          <a:bodyPr/>
          <a:lstStyle>
            <a:lvl1pPr>
              <a:lnSpc>
                <a:spcPct val="90000"/>
              </a:lnSpc>
              <a:defRPr lang="fr-FR" sz="1400" b="0" i="1" kern="1200" dirty="0" err="1">
                <a:solidFill>
                  <a:schemeClr val="accent2"/>
                </a:solidFill>
                <a:latin typeface="Sanofi Serif" panose="02060503060201090102" pitchFamily="18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>
              <a:lnSpc>
                <a:spcPct val="90000"/>
              </a:lnSpc>
              <a:spcBef>
                <a:spcPts val="600"/>
              </a:spcBef>
              <a:defRPr lang="fr-FR" sz="1400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800"/>
              </a:spcBef>
              <a:defRPr sz="1400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300"/>
              </a:spcBef>
              <a:defRPr lang="fr-FR" sz="75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CAA095-8B32-A4B6-0584-91E06280A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8336226" y="5385122"/>
            <a:ext cx="476250" cy="205743"/>
          </a:xfrm>
        </p:spPr>
        <p:txBody>
          <a:bodyPr/>
          <a:lstStyle/>
          <a:p>
            <a:fld id="{6B54B0F7-55DD-40D6-B7F4-70B586885C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D2435CE4-8714-7935-116D-ECFDDEB31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6548724" y="5424235"/>
            <a:ext cx="1626918" cy="166629"/>
          </a:xfrm>
        </p:spPr>
        <p:txBody>
          <a:bodyPr/>
          <a:lstStyle/>
          <a:p>
            <a:fld id="{A94598C9-3881-42E8-8D3E-30D2DC26C028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5E68326B-EE63-4BE1-923B-22E607D20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1671799" y="5427541"/>
            <a:ext cx="4480560" cy="16663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70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ver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59D5D8F2-19F8-CC63-7CE0-9849AF58A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3918" y="1360133"/>
            <a:ext cx="3712306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GB" sz="2200" dirty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pPr marL="0" lvl="0" indent="0">
              <a:lnSpc>
                <a:spcPct val="96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</a:pPr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6C677BCD-ED1F-4B13-88E6-B887B50505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" y="0"/>
            <a:ext cx="4781135" cy="5143500"/>
          </a:xfrm>
          <a:custGeom>
            <a:avLst/>
            <a:gdLst>
              <a:gd name="connsiteX0" fmla="*/ 351363 w 4781135"/>
              <a:gd name="connsiteY0" fmla="*/ 4913481 h 5143500"/>
              <a:gd name="connsiteX1" fmla="*/ 331613 w 4781135"/>
              <a:gd name="connsiteY1" fmla="*/ 4933530 h 5143500"/>
              <a:gd name="connsiteX2" fmla="*/ 352237 w 4781135"/>
              <a:gd name="connsiteY2" fmla="*/ 4953582 h 5143500"/>
              <a:gd name="connsiteX3" fmla="*/ 371987 w 4781135"/>
              <a:gd name="connsiteY3" fmla="*/ 4933533 h 5143500"/>
              <a:gd name="connsiteX4" fmla="*/ 351363 w 4781135"/>
              <a:gd name="connsiteY4" fmla="*/ 4913481 h 5143500"/>
              <a:gd name="connsiteX5" fmla="*/ 891920 w 4781135"/>
              <a:gd name="connsiteY5" fmla="*/ 4837319 h 5143500"/>
              <a:gd name="connsiteX6" fmla="*/ 927648 w 4781135"/>
              <a:gd name="connsiteY6" fmla="*/ 4877990 h 5143500"/>
              <a:gd name="connsiteX7" fmla="*/ 893949 w 4781135"/>
              <a:gd name="connsiteY7" fmla="*/ 4918669 h 5143500"/>
              <a:gd name="connsiteX8" fmla="*/ 858212 w 4781135"/>
              <a:gd name="connsiteY8" fmla="*/ 4877990 h 5143500"/>
              <a:gd name="connsiteX9" fmla="*/ 891920 w 4781135"/>
              <a:gd name="connsiteY9" fmla="*/ 4837319 h 5143500"/>
              <a:gd name="connsiteX10" fmla="*/ 559545 w 4781135"/>
              <a:gd name="connsiteY10" fmla="*/ 4837319 h 5143500"/>
              <a:gd name="connsiteX11" fmla="*/ 579303 w 4781135"/>
              <a:gd name="connsiteY11" fmla="*/ 4839934 h 5143500"/>
              <a:gd name="connsiteX12" fmla="*/ 586562 w 4781135"/>
              <a:gd name="connsiteY12" fmla="*/ 4847771 h 5143500"/>
              <a:gd name="connsiteX13" fmla="*/ 586562 w 4781135"/>
              <a:gd name="connsiteY13" fmla="*/ 4908209 h 5143500"/>
              <a:gd name="connsiteX14" fmla="*/ 579303 w 4781135"/>
              <a:gd name="connsiteY14" fmla="*/ 4916053 h 5143500"/>
              <a:gd name="connsiteX15" fmla="*/ 559545 w 4781135"/>
              <a:gd name="connsiteY15" fmla="*/ 4918669 h 5143500"/>
              <a:gd name="connsiteX16" fmla="*/ 523519 w 4781135"/>
              <a:gd name="connsiteY16" fmla="*/ 4877990 h 5143500"/>
              <a:gd name="connsiteX17" fmla="*/ 559545 w 4781135"/>
              <a:gd name="connsiteY17" fmla="*/ 4837319 h 5143500"/>
              <a:gd name="connsiteX18" fmla="*/ 1101680 w 4781135"/>
              <a:gd name="connsiteY18" fmla="*/ 4805359 h 5143500"/>
              <a:gd name="connsiteX19" fmla="*/ 1095864 w 4781135"/>
              <a:gd name="connsiteY19" fmla="*/ 4811167 h 5143500"/>
              <a:gd name="connsiteX20" fmla="*/ 1095864 w 4781135"/>
              <a:gd name="connsiteY20" fmla="*/ 4944812 h 5143500"/>
              <a:gd name="connsiteX21" fmla="*/ 1101680 w 4781135"/>
              <a:gd name="connsiteY21" fmla="*/ 4950628 h 5143500"/>
              <a:gd name="connsiteX22" fmla="*/ 1127823 w 4781135"/>
              <a:gd name="connsiteY22" fmla="*/ 4950628 h 5143500"/>
              <a:gd name="connsiteX23" fmla="*/ 1133640 w 4781135"/>
              <a:gd name="connsiteY23" fmla="*/ 4944812 h 5143500"/>
              <a:gd name="connsiteX24" fmla="*/ 1133640 w 4781135"/>
              <a:gd name="connsiteY24" fmla="*/ 4811167 h 5143500"/>
              <a:gd name="connsiteX25" fmla="*/ 1127823 w 4781135"/>
              <a:gd name="connsiteY25" fmla="*/ 4805359 h 5143500"/>
              <a:gd name="connsiteX26" fmla="*/ 891920 w 4781135"/>
              <a:gd name="connsiteY26" fmla="*/ 4802455 h 5143500"/>
              <a:gd name="connsiteX27" fmla="*/ 819859 w 4781135"/>
              <a:gd name="connsiteY27" fmla="*/ 4877990 h 5143500"/>
              <a:gd name="connsiteX28" fmla="*/ 893949 w 4781135"/>
              <a:gd name="connsiteY28" fmla="*/ 4953533 h 5143500"/>
              <a:gd name="connsiteX29" fmla="*/ 966000 w 4781135"/>
              <a:gd name="connsiteY29" fmla="*/ 4877990 h 5143500"/>
              <a:gd name="connsiteX30" fmla="*/ 891920 w 4781135"/>
              <a:gd name="connsiteY30" fmla="*/ 4802455 h 5143500"/>
              <a:gd name="connsiteX31" fmla="*/ 725443 w 4781135"/>
              <a:gd name="connsiteY31" fmla="*/ 4802455 h 5143500"/>
              <a:gd name="connsiteX32" fmla="*/ 667045 w 4781135"/>
              <a:gd name="connsiteY32" fmla="*/ 4812907 h 5143500"/>
              <a:gd name="connsiteX33" fmla="*/ 659777 w 4781135"/>
              <a:gd name="connsiteY33" fmla="*/ 4824531 h 5143500"/>
              <a:gd name="connsiteX34" fmla="*/ 659777 w 4781135"/>
              <a:gd name="connsiteY34" fmla="*/ 4944812 h 5143500"/>
              <a:gd name="connsiteX35" fmla="*/ 665593 w 4781135"/>
              <a:gd name="connsiteY35" fmla="*/ 4950628 h 5143500"/>
              <a:gd name="connsiteX36" fmla="*/ 691736 w 4781135"/>
              <a:gd name="connsiteY36" fmla="*/ 4950628 h 5143500"/>
              <a:gd name="connsiteX37" fmla="*/ 697552 w 4781135"/>
              <a:gd name="connsiteY37" fmla="*/ 4944812 h 5143500"/>
              <a:gd name="connsiteX38" fmla="*/ 697552 w 4781135"/>
              <a:gd name="connsiteY38" fmla="*/ 4847194 h 5143500"/>
              <a:gd name="connsiteX39" fmla="*/ 704522 w 4781135"/>
              <a:gd name="connsiteY39" fmla="*/ 4839636 h 5143500"/>
              <a:gd name="connsiteX40" fmla="*/ 726020 w 4781135"/>
              <a:gd name="connsiteY40" fmla="*/ 4837319 h 5143500"/>
              <a:gd name="connsiteX41" fmla="*/ 754202 w 4781135"/>
              <a:gd name="connsiteY41" fmla="*/ 4862009 h 5143500"/>
              <a:gd name="connsiteX42" fmla="*/ 754202 w 4781135"/>
              <a:gd name="connsiteY42" fmla="*/ 4944812 h 5143500"/>
              <a:gd name="connsiteX43" fmla="*/ 760018 w 4781135"/>
              <a:gd name="connsiteY43" fmla="*/ 4950628 h 5143500"/>
              <a:gd name="connsiteX44" fmla="*/ 786160 w 4781135"/>
              <a:gd name="connsiteY44" fmla="*/ 4950628 h 5143500"/>
              <a:gd name="connsiteX45" fmla="*/ 791976 w 4781135"/>
              <a:gd name="connsiteY45" fmla="*/ 4944812 h 5143500"/>
              <a:gd name="connsiteX46" fmla="*/ 791976 w 4781135"/>
              <a:gd name="connsiteY46" fmla="*/ 4857068 h 5143500"/>
              <a:gd name="connsiteX47" fmla="*/ 725443 w 4781135"/>
              <a:gd name="connsiteY47" fmla="*/ 4802455 h 5143500"/>
              <a:gd name="connsiteX48" fmla="*/ 559834 w 4781135"/>
              <a:gd name="connsiteY48" fmla="*/ 4802455 h 5143500"/>
              <a:gd name="connsiteX49" fmla="*/ 485166 w 4781135"/>
              <a:gd name="connsiteY49" fmla="*/ 4877990 h 5143500"/>
              <a:gd name="connsiteX50" fmla="*/ 559256 w 4781135"/>
              <a:gd name="connsiteY50" fmla="*/ 4953533 h 5143500"/>
              <a:gd name="connsiteX51" fmla="*/ 617068 w 4781135"/>
              <a:gd name="connsiteY51" fmla="*/ 4941908 h 5143500"/>
              <a:gd name="connsiteX52" fmla="*/ 624336 w 4781135"/>
              <a:gd name="connsiteY52" fmla="*/ 4930284 h 5143500"/>
              <a:gd name="connsiteX53" fmla="*/ 624336 w 4781135"/>
              <a:gd name="connsiteY53" fmla="*/ 4824821 h 5143500"/>
              <a:gd name="connsiteX54" fmla="*/ 617068 w 4781135"/>
              <a:gd name="connsiteY54" fmla="*/ 4813204 h 5143500"/>
              <a:gd name="connsiteX55" fmla="*/ 559834 w 4781135"/>
              <a:gd name="connsiteY55" fmla="*/ 4802455 h 5143500"/>
              <a:gd name="connsiteX56" fmla="*/ 398011 w 4781135"/>
              <a:gd name="connsiteY56" fmla="*/ 4801292 h 5143500"/>
              <a:gd name="connsiteX57" fmla="*/ 334092 w 4781135"/>
              <a:gd name="connsiteY57" fmla="*/ 4853587 h 5143500"/>
              <a:gd name="connsiteX58" fmla="*/ 427643 w 4781135"/>
              <a:gd name="connsiteY58" fmla="*/ 4934063 h 5143500"/>
              <a:gd name="connsiteX59" fmla="*/ 425903 w 4781135"/>
              <a:gd name="connsiteY59" fmla="*/ 4944812 h 5143500"/>
              <a:gd name="connsiteX60" fmla="*/ 425613 w 4781135"/>
              <a:gd name="connsiteY60" fmla="*/ 4946561 h 5143500"/>
              <a:gd name="connsiteX61" fmla="*/ 429969 w 4781135"/>
              <a:gd name="connsiteY61" fmla="*/ 4950628 h 5143500"/>
              <a:gd name="connsiteX62" fmla="*/ 456121 w 4781135"/>
              <a:gd name="connsiteY62" fmla="*/ 4950628 h 5143500"/>
              <a:gd name="connsiteX63" fmla="*/ 463668 w 4781135"/>
              <a:gd name="connsiteY63" fmla="*/ 4944812 h 5143500"/>
              <a:gd name="connsiteX64" fmla="*/ 465994 w 4781135"/>
              <a:gd name="connsiteY64" fmla="*/ 4928255 h 5143500"/>
              <a:gd name="connsiteX65" fmla="*/ 372445 w 4781135"/>
              <a:gd name="connsiteY65" fmla="*/ 4850972 h 5143500"/>
              <a:gd name="connsiteX66" fmla="*/ 396847 w 4781135"/>
              <a:gd name="connsiteY66" fmla="*/ 4836444 h 5143500"/>
              <a:gd name="connsiteX67" fmla="*/ 440718 w 4781135"/>
              <a:gd name="connsiteY67" fmla="*/ 4849520 h 5143500"/>
              <a:gd name="connsiteX68" fmla="*/ 445074 w 4781135"/>
              <a:gd name="connsiteY68" fmla="*/ 4850684 h 5143500"/>
              <a:gd name="connsiteX69" fmla="*/ 451467 w 4781135"/>
              <a:gd name="connsiteY69" fmla="*/ 4846616 h 5143500"/>
              <a:gd name="connsiteX70" fmla="*/ 460476 w 4781135"/>
              <a:gd name="connsiteY70" fmla="*/ 4827435 h 5143500"/>
              <a:gd name="connsiteX71" fmla="*/ 461639 w 4781135"/>
              <a:gd name="connsiteY71" fmla="*/ 4822502 h 5143500"/>
              <a:gd name="connsiteX72" fmla="*/ 458150 w 4781135"/>
              <a:gd name="connsiteY72" fmla="*/ 4816686 h 5143500"/>
              <a:gd name="connsiteX73" fmla="*/ 398011 w 4781135"/>
              <a:gd name="connsiteY73" fmla="*/ 4801292 h 5143500"/>
              <a:gd name="connsiteX74" fmla="*/ 1053743 w 4781135"/>
              <a:gd name="connsiteY74" fmla="*/ 4747249 h 5143500"/>
              <a:gd name="connsiteX75" fmla="*/ 994181 w 4781135"/>
              <a:gd name="connsiteY75" fmla="*/ 4808264 h 5143500"/>
              <a:gd name="connsiteX76" fmla="*/ 994181 w 4781135"/>
              <a:gd name="connsiteY76" fmla="*/ 4944812 h 5143500"/>
              <a:gd name="connsiteX77" fmla="*/ 999997 w 4781135"/>
              <a:gd name="connsiteY77" fmla="*/ 4950628 h 5143500"/>
              <a:gd name="connsiteX78" fmla="*/ 1025851 w 4781135"/>
              <a:gd name="connsiteY78" fmla="*/ 4950628 h 5143500"/>
              <a:gd name="connsiteX79" fmla="*/ 1031659 w 4781135"/>
              <a:gd name="connsiteY79" fmla="*/ 4944812 h 5143500"/>
              <a:gd name="connsiteX80" fmla="*/ 1031659 w 4781135"/>
              <a:gd name="connsiteY80" fmla="*/ 4837319 h 5143500"/>
              <a:gd name="connsiteX81" fmla="*/ 1068558 w 4781135"/>
              <a:gd name="connsiteY81" fmla="*/ 4837319 h 5143500"/>
              <a:gd name="connsiteX82" fmla="*/ 1074366 w 4781135"/>
              <a:gd name="connsiteY82" fmla="*/ 4831502 h 5143500"/>
              <a:gd name="connsiteX83" fmla="*/ 1074366 w 4781135"/>
              <a:gd name="connsiteY83" fmla="*/ 4811456 h 5143500"/>
              <a:gd name="connsiteX84" fmla="*/ 1068558 w 4781135"/>
              <a:gd name="connsiteY84" fmla="*/ 4805359 h 5143500"/>
              <a:gd name="connsiteX85" fmla="*/ 1031659 w 4781135"/>
              <a:gd name="connsiteY85" fmla="*/ 4805359 h 5143500"/>
              <a:gd name="connsiteX86" fmla="*/ 1031659 w 4781135"/>
              <a:gd name="connsiteY86" fmla="*/ 4802158 h 5143500"/>
              <a:gd name="connsiteX87" fmla="*/ 1054617 w 4781135"/>
              <a:gd name="connsiteY87" fmla="*/ 4778045 h 5143500"/>
              <a:gd name="connsiteX88" fmla="*/ 1068848 w 4781135"/>
              <a:gd name="connsiteY88" fmla="*/ 4779497 h 5143500"/>
              <a:gd name="connsiteX89" fmla="*/ 1074366 w 4781135"/>
              <a:gd name="connsiteY89" fmla="*/ 4773977 h 5143500"/>
              <a:gd name="connsiteX90" fmla="*/ 1077278 w 4781135"/>
              <a:gd name="connsiteY90" fmla="*/ 4758872 h 5143500"/>
              <a:gd name="connsiteX91" fmla="*/ 1077856 w 4781135"/>
              <a:gd name="connsiteY91" fmla="*/ 4755094 h 5143500"/>
              <a:gd name="connsiteX92" fmla="*/ 1072048 w 4781135"/>
              <a:gd name="connsiteY92" fmla="*/ 4749285 h 5143500"/>
              <a:gd name="connsiteX93" fmla="*/ 1053743 w 4781135"/>
              <a:gd name="connsiteY93" fmla="*/ 4747249 h 5143500"/>
              <a:gd name="connsiteX94" fmla="*/ 1115151 w 4781135"/>
              <a:gd name="connsiteY94" fmla="*/ 4747131 h 5143500"/>
              <a:gd name="connsiteX95" fmla="*/ 1095104 w 4781135"/>
              <a:gd name="connsiteY95" fmla="*/ 4767478 h 5143500"/>
              <a:gd name="connsiteX96" fmla="*/ 1116017 w 4781135"/>
              <a:gd name="connsiteY96" fmla="*/ 4787818 h 5143500"/>
              <a:gd name="connsiteX97" fmla="*/ 1136065 w 4781135"/>
              <a:gd name="connsiteY97" fmla="*/ 4767481 h 5143500"/>
              <a:gd name="connsiteX98" fmla="*/ 1115151 w 4781135"/>
              <a:gd name="connsiteY98" fmla="*/ 4747131 h 5143500"/>
              <a:gd name="connsiteX99" fmla="*/ 0 w 4781135"/>
              <a:gd name="connsiteY99" fmla="*/ 0 h 5143500"/>
              <a:gd name="connsiteX100" fmla="*/ 3673235 w 4781135"/>
              <a:gd name="connsiteY100" fmla="*/ 0 h 5143500"/>
              <a:gd name="connsiteX101" fmla="*/ 3843349 w 4781135"/>
              <a:gd name="connsiteY101" fmla="*/ 145970 h 5143500"/>
              <a:gd name="connsiteX102" fmla="*/ 4781135 w 4781135"/>
              <a:gd name="connsiteY102" fmla="*/ 2622891 h 5143500"/>
              <a:gd name="connsiteX103" fmla="*/ 3861453 w 4781135"/>
              <a:gd name="connsiteY103" fmla="*/ 5081299 h 5143500"/>
              <a:gd name="connsiteX104" fmla="*/ 3792118 w 4781135"/>
              <a:gd name="connsiteY104" fmla="*/ 5143500 h 5143500"/>
              <a:gd name="connsiteX105" fmla="*/ 0 w 4781135"/>
              <a:gd name="connsiteY105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4781135" h="5143500">
                <a:moveTo>
                  <a:pt x="351363" y="4913481"/>
                </a:moveTo>
                <a:cubicBezTo>
                  <a:pt x="339456" y="4913486"/>
                  <a:pt x="331612" y="4921037"/>
                  <a:pt x="331613" y="4933530"/>
                </a:cubicBezTo>
                <a:cubicBezTo>
                  <a:pt x="331608" y="4945734"/>
                  <a:pt x="339456" y="4953580"/>
                  <a:pt x="352237" y="4953582"/>
                </a:cubicBezTo>
                <a:cubicBezTo>
                  <a:pt x="364153" y="4953577"/>
                  <a:pt x="371990" y="4945737"/>
                  <a:pt x="371987" y="4933533"/>
                </a:cubicBezTo>
                <a:cubicBezTo>
                  <a:pt x="371995" y="4921039"/>
                  <a:pt x="364153" y="4913482"/>
                  <a:pt x="351363" y="4913481"/>
                </a:cubicBezTo>
                <a:close/>
                <a:moveTo>
                  <a:pt x="891920" y="4837319"/>
                </a:moveTo>
                <a:cubicBezTo>
                  <a:pt x="913418" y="4837319"/>
                  <a:pt x="927648" y="4851260"/>
                  <a:pt x="927648" y="4877990"/>
                </a:cubicBezTo>
                <a:cubicBezTo>
                  <a:pt x="927648" y="4904719"/>
                  <a:pt x="913418" y="4918669"/>
                  <a:pt x="893949" y="4918669"/>
                </a:cubicBezTo>
                <a:cubicBezTo>
                  <a:pt x="872451" y="4918669"/>
                  <a:pt x="858212" y="4904719"/>
                  <a:pt x="858212" y="4877990"/>
                </a:cubicBezTo>
                <a:cubicBezTo>
                  <a:pt x="858212" y="4851260"/>
                  <a:pt x="872451" y="4837319"/>
                  <a:pt x="891920" y="4837319"/>
                </a:cubicBezTo>
                <a:close/>
                <a:moveTo>
                  <a:pt x="559545" y="4837319"/>
                </a:moveTo>
                <a:cubicBezTo>
                  <a:pt x="567390" y="4837319"/>
                  <a:pt x="572909" y="4838184"/>
                  <a:pt x="579303" y="4839934"/>
                </a:cubicBezTo>
                <a:cubicBezTo>
                  <a:pt x="584244" y="4841386"/>
                  <a:pt x="586562" y="4843414"/>
                  <a:pt x="586562" y="4847771"/>
                </a:cubicBezTo>
                <a:lnTo>
                  <a:pt x="586562" y="4908209"/>
                </a:lnTo>
                <a:cubicBezTo>
                  <a:pt x="586562" y="4912564"/>
                  <a:pt x="584244" y="4914601"/>
                  <a:pt x="579303" y="4916053"/>
                </a:cubicBezTo>
                <a:cubicBezTo>
                  <a:pt x="572909" y="4917794"/>
                  <a:pt x="567390" y="4918669"/>
                  <a:pt x="559545" y="4918669"/>
                </a:cubicBezTo>
                <a:cubicBezTo>
                  <a:pt x="540950" y="4918669"/>
                  <a:pt x="523519" y="4907623"/>
                  <a:pt x="523519" y="4877990"/>
                </a:cubicBezTo>
                <a:cubicBezTo>
                  <a:pt x="523519" y="4848356"/>
                  <a:pt x="540950" y="4837319"/>
                  <a:pt x="559545" y="4837319"/>
                </a:cubicBezTo>
                <a:close/>
                <a:moveTo>
                  <a:pt x="1101680" y="4805359"/>
                </a:moveTo>
                <a:cubicBezTo>
                  <a:pt x="1098191" y="4805359"/>
                  <a:pt x="1095864" y="4807677"/>
                  <a:pt x="1095864" y="4811167"/>
                </a:cubicBezTo>
                <a:lnTo>
                  <a:pt x="1095864" y="4944812"/>
                </a:lnTo>
                <a:cubicBezTo>
                  <a:pt x="1095864" y="4948301"/>
                  <a:pt x="1098191" y="4950628"/>
                  <a:pt x="1101680" y="4950628"/>
                </a:cubicBezTo>
                <a:lnTo>
                  <a:pt x="1127823" y="4950628"/>
                </a:lnTo>
                <a:cubicBezTo>
                  <a:pt x="1131313" y="4950628"/>
                  <a:pt x="1133640" y="4948301"/>
                  <a:pt x="1133640" y="4944812"/>
                </a:cubicBezTo>
                <a:lnTo>
                  <a:pt x="1133640" y="4811167"/>
                </a:lnTo>
                <a:cubicBezTo>
                  <a:pt x="1133640" y="4807677"/>
                  <a:pt x="1131313" y="4805359"/>
                  <a:pt x="1127823" y="4805359"/>
                </a:cubicBezTo>
                <a:close/>
                <a:moveTo>
                  <a:pt x="891920" y="4802455"/>
                </a:moveTo>
                <a:cubicBezTo>
                  <a:pt x="848337" y="4802455"/>
                  <a:pt x="819859" y="4834118"/>
                  <a:pt x="819859" y="4877990"/>
                </a:cubicBezTo>
                <a:cubicBezTo>
                  <a:pt x="819859" y="4921862"/>
                  <a:pt x="848337" y="4953533"/>
                  <a:pt x="893949" y="4953533"/>
                </a:cubicBezTo>
                <a:cubicBezTo>
                  <a:pt x="937531" y="4953533"/>
                  <a:pt x="966000" y="4921862"/>
                  <a:pt x="966000" y="4877990"/>
                </a:cubicBezTo>
                <a:cubicBezTo>
                  <a:pt x="966000" y="4834118"/>
                  <a:pt x="937531" y="4802455"/>
                  <a:pt x="891920" y="4802455"/>
                </a:cubicBezTo>
                <a:close/>
                <a:moveTo>
                  <a:pt x="725443" y="4802455"/>
                </a:moveTo>
                <a:cubicBezTo>
                  <a:pt x="708301" y="4802455"/>
                  <a:pt x="688255" y="4805359"/>
                  <a:pt x="667045" y="4812907"/>
                </a:cubicBezTo>
                <a:cubicBezTo>
                  <a:pt x="662977" y="4814359"/>
                  <a:pt x="659777" y="4817849"/>
                  <a:pt x="659777" y="4824531"/>
                </a:cubicBezTo>
                <a:lnTo>
                  <a:pt x="659777" y="4944812"/>
                </a:lnTo>
                <a:cubicBezTo>
                  <a:pt x="659777" y="4948301"/>
                  <a:pt x="662103" y="4950628"/>
                  <a:pt x="665593" y="4950628"/>
                </a:cubicBezTo>
                <a:lnTo>
                  <a:pt x="691736" y="4950628"/>
                </a:lnTo>
                <a:cubicBezTo>
                  <a:pt x="695225" y="4950628"/>
                  <a:pt x="697552" y="4948301"/>
                  <a:pt x="697552" y="4944812"/>
                </a:cubicBezTo>
                <a:lnTo>
                  <a:pt x="697552" y="4847194"/>
                </a:lnTo>
                <a:cubicBezTo>
                  <a:pt x="697552" y="4842838"/>
                  <a:pt x="699870" y="4840800"/>
                  <a:pt x="704522" y="4839636"/>
                </a:cubicBezTo>
                <a:cubicBezTo>
                  <a:pt x="712079" y="4837896"/>
                  <a:pt x="717012" y="4837319"/>
                  <a:pt x="726020" y="4837319"/>
                </a:cubicBezTo>
                <a:cubicBezTo>
                  <a:pt x="741711" y="4837319"/>
                  <a:pt x="754202" y="4844578"/>
                  <a:pt x="754202" y="4862009"/>
                </a:cubicBezTo>
                <a:lnTo>
                  <a:pt x="754202" y="4944812"/>
                </a:lnTo>
                <a:cubicBezTo>
                  <a:pt x="754202" y="4948301"/>
                  <a:pt x="756528" y="4950628"/>
                  <a:pt x="760018" y="4950628"/>
                </a:cubicBezTo>
                <a:lnTo>
                  <a:pt x="786160" y="4950628"/>
                </a:lnTo>
                <a:cubicBezTo>
                  <a:pt x="789650" y="4950628"/>
                  <a:pt x="791976" y="4948301"/>
                  <a:pt x="791976" y="4944812"/>
                </a:cubicBezTo>
                <a:lnTo>
                  <a:pt x="791976" y="4857068"/>
                </a:lnTo>
                <a:cubicBezTo>
                  <a:pt x="791976" y="4821627"/>
                  <a:pt x="770181" y="4802455"/>
                  <a:pt x="725443" y="4802455"/>
                </a:cubicBezTo>
                <a:close/>
                <a:moveTo>
                  <a:pt x="559834" y="4802455"/>
                </a:moveTo>
                <a:cubicBezTo>
                  <a:pt x="515971" y="4802455"/>
                  <a:pt x="485166" y="4831799"/>
                  <a:pt x="485166" y="4877990"/>
                </a:cubicBezTo>
                <a:cubicBezTo>
                  <a:pt x="485166" y="4924766"/>
                  <a:pt x="511896" y="4953533"/>
                  <a:pt x="559256" y="4953533"/>
                </a:cubicBezTo>
                <a:cubicBezTo>
                  <a:pt x="578427" y="4953533"/>
                  <a:pt x="597022" y="4950331"/>
                  <a:pt x="617068" y="4941908"/>
                </a:cubicBezTo>
                <a:cubicBezTo>
                  <a:pt x="621722" y="4939879"/>
                  <a:pt x="624336" y="4936678"/>
                  <a:pt x="624336" y="4930284"/>
                </a:cubicBezTo>
                <a:lnTo>
                  <a:pt x="624336" y="4824821"/>
                </a:lnTo>
                <a:cubicBezTo>
                  <a:pt x="624336" y="4818138"/>
                  <a:pt x="621722" y="4814946"/>
                  <a:pt x="617068" y="4813204"/>
                </a:cubicBezTo>
                <a:cubicBezTo>
                  <a:pt x="597897" y="4805936"/>
                  <a:pt x="579879" y="4802455"/>
                  <a:pt x="559834" y="4802455"/>
                </a:cubicBezTo>
                <a:close/>
                <a:moveTo>
                  <a:pt x="398011" y="4801292"/>
                </a:moveTo>
                <a:cubicBezTo>
                  <a:pt x="359080" y="4801292"/>
                  <a:pt x="334092" y="4822205"/>
                  <a:pt x="334092" y="4853587"/>
                </a:cubicBezTo>
                <a:cubicBezTo>
                  <a:pt x="334092" y="4915179"/>
                  <a:pt x="427643" y="4891337"/>
                  <a:pt x="427643" y="4934063"/>
                </a:cubicBezTo>
                <a:cubicBezTo>
                  <a:pt x="427643" y="4938419"/>
                  <a:pt x="427065" y="4941033"/>
                  <a:pt x="425903" y="4944812"/>
                </a:cubicBezTo>
                <a:cubicBezTo>
                  <a:pt x="425613" y="4945398"/>
                  <a:pt x="425613" y="4945975"/>
                  <a:pt x="425613" y="4946561"/>
                </a:cubicBezTo>
                <a:cubicBezTo>
                  <a:pt x="425613" y="4948879"/>
                  <a:pt x="427065" y="4950628"/>
                  <a:pt x="429969" y="4950628"/>
                </a:cubicBezTo>
                <a:lnTo>
                  <a:pt x="456121" y="4950628"/>
                </a:lnTo>
                <a:cubicBezTo>
                  <a:pt x="460476" y="4950628"/>
                  <a:pt x="462216" y="4949176"/>
                  <a:pt x="463668" y="4944812"/>
                </a:cubicBezTo>
                <a:cubicBezTo>
                  <a:pt x="465418" y="4939879"/>
                  <a:pt x="465994" y="4933196"/>
                  <a:pt x="465994" y="4928255"/>
                </a:cubicBezTo>
                <a:cubicBezTo>
                  <a:pt x="465994" y="4862299"/>
                  <a:pt x="372445" y="4878177"/>
                  <a:pt x="372445" y="4850972"/>
                </a:cubicBezTo>
                <a:cubicBezTo>
                  <a:pt x="372445" y="4842074"/>
                  <a:pt x="381454" y="4836444"/>
                  <a:pt x="396847" y="4836444"/>
                </a:cubicBezTo>
                <a:cubicBezTo>
                  <a:pt x="411664" y="4836444"/>
                  <a:pt x="425903" y="4841386"/>
                  <a:pt x="440718" y="4849520"/>
                </a:cubicBezTo>
                <a:cubicBezTo>
                  <a:pt x="442170" y="4850386"/>
                  <a:pt x="443622" y="4850684"/>
                  <a:pt x="445074" y="4850684"/>
                </a:cubicBezTo>
                <a:cubicBezTo>
                  <a:pt x="447689" y="4850684"/>
                  <a:pt x="450305" y="4849231"/>
                  <a:pt x="451467" y="4846616"/>
                </a:cubicBezTo>
                <a:lnTo>
                  <a:pt x="460476" y="4827435"/>
                </a:lnTo>
                <a:cubicBezTo>
                  <a:pt x="461317" y="4825652"/>
                  <a:pt x="461639" y="4823954"/>
                  <a:pt x="461639" y="4822502"/>
                </a:cubicBezTo>
                <a:cubicBezTo>
                  <a:pt x="461639" y="4820176"/>
                  <a:pt x="460485" y="4817858"/>
                  <a:pt x="458150" y="4816686"/>
                </a:cubicBezTo>
                <a:cubicBezTo>
                  <a:pt x="440141" y="4806226"/>
                  <a:pt x="418635" y="4801292"/>
                  <a:pt x="398011" y="4801292"/>
                </a:cubicBezTo>
                <a:close/>
                <a:moveTo>
                  <a:pt x="1053743" y="4747249"/>
                </a:moveTo>
                <a:cubicBezTo>
                  <a:pt x="1017716" y="4747249"/>
                  <a:pt x="994181" y="4766420"/>
                  <a:pt x="994181" y="4808264"/>
                </a:cubicBezTo>
                <a:lnTo>
                  <a:pt x="994181" y="4944812"/>
                </a:lnTo>
                <a:cubicBezTo>
                  <a:pt x="994181" y="4948301"/>
                  <a:pt x="996508" y="4950628"/>
                  <a:pt x="999997" y="4950628"/>
                </a:cubicBezTo>
                <a:lnTo>
                  <a:pt x="1025851" y="4950628"/>
                </a:lnTo>
                <a:cubicBezTo>
                  <a:pt x="1029340" y="4950628"/>
                  <a:pt x="1031659" y="4948301"/>
                  <a:pt x="1031659" y="4944812"/>
                </a:cubicBezTo>
                <a:lnTo>
                  <a:pt x="1031659" y="4837319"/>
                </a:lnTo>
                <a:lnTo>
                  <a:pt x="1068558" y="4837319"/>
                </a:lnTo>
                <a:cubicBezTo>
                  <a:pt x="1072338" y="4837319"/>
                  <a:pt x="1074366" y="4834992"/>
                  <a:pt x="1074366" y="4831502"/>
                </a:cubicBezTo>
                <a:lnTo>
                  <a:pt x="1074366" y="4811456"/>
                </a:lnTo>
                <a:cubicBezTo>
                  <a:pt x="1074366" y="4807677"/>
                  <a:pt x="1072338" y="4805359"/>
                  <a:pt x="1068558" y="4805359"/>
                </a:cubicBezTo>
                <a:lnTo>
                  <a:pt x="1031659" y="4805359"/>
                </a:lnTo>
                <a:lnTo>
                  <a:pt x="1031659" y="4802158"/>
                </a:lnTo>
                <a:cubicBezTo>
                  <a:pt x="1031659" y="4786179"/>
                  <a:pt x="1038637" y="4778045"/>
                  <a:pt x="1054617" y="4778045"/>
                </a:cubicBezTo>
                <a:cubicBezTo>
                  <a:pt x="1060425" y="4778045"/>
                  <a:pt x="1066682" y="4779497"/>
                  <a:pt x="1068848" y="4779497"/>
                </a:cubicBezTo>
                <a:cubicBezTo>
                  <a:pt x="1072338" y="4779497"/>
                  <a:pt x="1073790" y="4777467"/>
                  <a:pt x="1074366" y="4773977"/>
                </a:cubicBezTo>
                <a:lnTo>
                  <a:pt x="1077278" y="4758872"/>
                </a:lnTo>
                <a:cubicBezTo>
                  <a:pt x="1077533" y="4757531"/>
                  <a:pt x="1077856" y="4756351"/>
                  <a:pt x="1077856" y="4755094"/>
                </a:cubicBezTo>
                <a:cubicBezTo>
                  <a:pt x="1077856" y="4751868"/>
                  <a:pt x="1076116" y="4750152"/>
                  <a:pt x="1072048" y="4749285"/>
                </a:cubicBezTo>
                <a:cubicBezTo>
                  <a:pt x="1066232" y="4747834"/>
                  <a:pt x="1059941" y="4747249"/>
                  <a:pt x="1053743" y="4747249"/>
                </a:cubicBezTo>
                <a:close/>
                <a:moveTo>
                  <a:pt x="1115151" y="4747131"/>
                </a:moveTo>
                <a:cubicBezTo>
                  <a:pt x="1102947" y="4747139"/>
                  <a:pt x="1095102" y="4754688"/>
                  <a:pt x="1095104" y="4767478"/>
                </a:cubicBezTo>
                <a:cubicBezTo>
                  <a:pt x="1095101" y="4779971"/>
                  <a:pt x="1102947" y="4787811"/>
                  <a:pt x="1116017" y="4787818"/>
                </a:cubicBezTo>
                <a:cubicBezTo>
                  <a:pt x="1127932" y="4787817"/>
                  <a:pt x="1136070" y="4779974"/>
                  <a:pt x="1136065" y="4767481"/>
                </a:cubicBezTo>
                <a:cubicBezTo>
                  <a:pt x="1136070" y="4754690"/>
                  <a:pt x="1127932" y="4747137"/>
                  <a:pt x="1115151" y="4747131"/>
                </a:cubicBezTo>
                <a:close/>
                <a:moveTo>
                  <a:pt x="0" y="0"/>
                </a:moveTo>
                <a:lnTo>
                  <a:pt x="3673235" y="0"/>
                </a:lnTo>
                <a:lnTo>
                  <a:pt x="3843349" y="145970"/>
                </a:lnTo>
                <a:cubicBezTo>
                  <a:pt x="4444478" y="723140"/>
                  <a:pt x="4781135" y="1564827"/>
                  <a:pt x="4781135" y="2622891"/>
                </a:cubicBezTo>
                <a:cubicBezTo>
                  <a:pt x="4781257" y="3656845"/>
                  <a:pt x="4444586" y="4498301"/>
                  <a:pt x="3861453" y="5081299"/>
                </a:cubicBezTo>
                <a:lnTo>
                  <a:pt x="3792118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12" name="Espace réservé du texte 5">
            <a:extLst>
              <a:ext uri="{FF2B5EF4-FFF2-40B4-BE49-F238E27FC236}">
                <a16:creationId xmlns:a16="http://schemas.microsoft.com/office/drawing/2014/main" id="{9F6585BF-F3F3-4500-9CFA-EF0D9041ED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083918" y="3296919"/>
            <a:ext cx="3712306" cy="532899"/>
          </a:xfrm>
        </p:spPr>
        <p:txBody>
          <a:bodyPr anchor="t">
            <a:noAutofit/>
          </a:bodyPr>
          <a:lstStyle>
            <a:lvl1pPr algn="l">
              <a:lnSpc>
                <a:spcPct val="96000"/>
              </a:lnSpc>
              <a:spcAft>
                <a:spcPts val="1000"/>
              </a:spcAft>
              <a:defRPr lang="fr-FR" sz="1400" b="0" i="0" kern="1200" dirty="0" err="1" smtClean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  <a:latin typeface="Sanofi Sans" panose="02010503030201020103" pitchFamily="2" charset="77"/>
                <a:ea typeface="Verdana" panose="020B0604030504040204" pitchFamily="34" charset="0"/>
                <a:cs typeface="Sanofi Sans" panose="02010503030201020103" pitchFamily="2" charset="77"/>
              </a:defRPr>
            </a:lvl1pPr>
            <a:lvl2pPr algn="l">
              <a:lnSpc>
                <a:spcPct val="90000"/>
              </a:lnSpc>
              <a:defRPr lang="en-US" sz="1400" b="0" i="0" kern="1200" noProof="0" dirty="0">
                <a:solidFill>
                  <a:schemeClr val="bg1"/>
                </a:solidFill>
                <a:effectLst>
                  <a:outerShdw blurRad="127000" sx="105000" sy="105000" algn="ctr" rotWithShape="0">
                    <a:prstClr val="black">
                      <a:alpha val="9957"/>
                    </a:prstClr>
                  </a:outerShdw>
                </a:effectLst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l">
              <a:lnSpc>
                <a:spcPct val="100000"/>
              </a:lnSpc>
              <a:spcBef>
                <a:spcPts val="1000"/>
              </a:spcBef>
              <a:defRPr lang="en-US" sz="1400" b="0" i="0" kern="1200" noProof="0" dirty="0">
                <a:solidFill>
                  <a:schemeClr val="bg1"/>
                </a:solidFill>
                <a:effectLst>
                  <a:outerShdw blurRad="127000" sx="105000" sy="105000" algn="ctr" rotWithShape="0">
                    <a:prstClr val="black">
                      <a:alpha val="9957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modifier les styles du texte du masque</a:t>
            </a:r>
          </a:p>
        </p:txBody>
      </p:sp>
      <p:grpSp>
        <p:nvGrpSpPr>
          <p:cNvPr id="25" name="Graphique 7">
            <a:extLst>
              <a:ext uri="{FF2B5EF4-FFF2-40B4-BE49-F238E27FC236}">
                <a16:creationId xmlns:a16="http://schemas.microsoft.com/office/drawing/2014/main" id="{97899234-8C0A-45D6-866A-B4761ECE529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31624" y="4747145"/>
            <a:ext cx="803890" cy="206313"/>
            <a:chOff x="4768103" y="-471733"/>
            <a:chExt cx="744723" cy="191124"/>
          </a:xfrm>
          <a:solidFill>
            <a:srgbClr val="FFFFFF"/>
          </a:solidFill>
        </p:grpSpPr>
        <p:sp>
          <p:nvSpPr>
            <p:cNvPr id="30" name="Forme libre : forme 9">
              <a:extLst>
                <a:ext uri="{FF2B5EF4-FFF2-40B4-BE49-F238E27FC236}">
                  <a16:creationId xmlns:a16="http://schemas.microsoft.com/office/drawing/2014/main" id="{C67ECF22-6217-458A-858C-24E3128A9356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orme libre : forme 10">
              <a:extLst>
                <a:ext uri="{FF2B5EF4-FFF2-40B4-BE49-F238E27FC236}">
                  <a16:creationId xmlns:a16="http://schemas.microsoft.com/office/drawing/2014/main" id="{6297ECCB-4021-462B-9058-6BB3DB8689EB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rgbClr val="7A00E6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>
                <a:solidFill>
                  <a:schemeClr val="accent2"/>
                </a:solidFill>
              </a:endParaRPr>
            </a:p>
          </p:txBody>
        </p:sp>
        <p:sp>
          <p:nvSpPr>
            <p:cNvPr id="32" name="Forme libre : forme 11">
              <a:extLst>
                <a:ext uri="{FF2B5EF4-FFF2-40B4-BE49-F238E27FC236}">
                  <a16:creationId xmlns:a16="http://schemas.microsoft.com/office/drawing/2014/main" id="{BC37E971-C0A4-4F41-A0F5-C70B56A46C81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rgbClr val="7A00E6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BFB92-0752-F65E-53E3-34B3DC8F0C7D}"/>
              </a:ext>
            </a:extLst>
          </p:cNvPr>
          <p:cNvSpPr>
            <a:spLocks noGrp="1"/>
          </p:cNvSpPr>
          <p:nvPr>
            <p:ph type="dt" sz="half" idx="27"/>
          </p:nvPr>
        </p:nvSpPr>
        <p:spPr>
          <a:xfrm>
            <a:off x="6124176" y="4827335"/>
            <a:ext cx="1626918" cy="16662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9E2FE69E-8E91-48E1-AA18-533F73929309}" type="datetime1">
              <a:rPr lang="en-US" smtClean="0"/>
              <a:t>2/1/2026</a:t>
            </a:fld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0AAF7E7-E836-DE96-8CC7-F78D02A7358F}"/>
              </a:ext>
            </a:extLst>
          </p:cNvPr>
          <p:cNvCxnSpPr>
            <a:cxnSpLocks/>
          </p:cNvCxnSpPr>
          <p:nvPr userDrawn="1"/>
        </p:nvCxnSpPr>
        <p:spPr>
          <a:xfrm>
            <a:off x="-556260" y="160020"/>
            <a:ext cx="499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B57CE17-2737-D916-02FE-A4D5C1AC5BFB}"/>
              </a:ext>
            </a:extLst>
          </p:cNvPr>
          <p:cNvSpPr txBox="1"/>
          <p:nvPr userDrawn="1"/>
        </p:nvSpPr>
        <p:spPr>
          <a:xfrm>
            <a:off x="-2436695" y="45636"/>
            <a:ext cx="1786192" cy="5678478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100" b="1" dirty="0"/>
              <a:t>How to add an image: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Click on the icon inside the image placeholder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Select the image you want to use from your computer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Click “Open”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Adjust or crop the image if necessary by using the button “Crop” in the top ribbon.</a:t>
            </a:r>
          </a:p>
          <a:p>
            <a:pPr marL="171450" indent="-171450">
              <a:buFontTx/>
              <a:buChar char="-"/>
            </a:pPr>
            <a:endParaRPr lang="en-US" sz="1100" dirty="0"/>
          </a:p>
          <a:p>
            <a:pPr marL="0" indent="0">
              <a:buFontTx/>
              <a:buNone/>
            </a:pPr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r>
              <a:rPr lang="en-US" sz="1100" b="1" dirty="0"/>
              <a:t>Add Alt Text or mark as decorative: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Right click on the image and select “View Alt Text”.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Type in the blank field that appears on the right of the slide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If Alt Text isn’t relevant, tick the box to “Mark element as decorative”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4B5C1F-8BF7-4616-EF00-8A5E2F9E7A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169241" y="2507594"/>
            <a:ext cx="307086" cy="622046"/>
          </a:xfrm>
          <a:prstGeom prst="rect">
            <a:avLst/>
          </a:prstGeom>
        </p:spPr>
      </p:pic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A2170FC-ABAF-4B50-AEAF-334A36751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8336226" y="5385122"/>
            <a:ext cx="476250" cy="205743"/>
          </a:xfrm>
        </p:spPr>
        <p:txBody>
          <a:bodyPr/>
          <a:lstStyle/>
          <a:p>
            <a:fld id="{6B54B0F7-55DD-40D6-B7F4-70B586885C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25254E2C-2335-EA74-F31E-FB108F299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1671799" y="5427541"/>
            <a:ext cx="4480560" cy="16663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6BEE8F7E-C2CE-56AF-97FC-2BB69D8BCEB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83917" y="2239963"/>
            <a:ext cx="3712306" cy="889000"/>
          </a:xfrm>
        </p:spPr>
        <p:txBody>
          <a:bodyPr/>
          <a:lstStyle>
            <a:lvl1pPr>
              <a:lnSpc>
                <a:spcPct val="90000"/>
              </a:lnSpc>
              <a:defRPr sz="3200" b="0" i="1">
                <a:solidFill>
                  <a:schemeClr val="bg1"/>
                </a:solidFill>
                <a:latin typeface="Sanofi Serif" panose="02060503060201090102" pitchFamily="18" charset="77"/>
              </a:defRPr>
            </a:lvl1pPr>
          </a:lstStyle>
          <a:p>
            <a:pPr lvl="0"/>
            <a:r>
              <a:rPr lang="fr-FR" dirty="0"/>
              <a:t>Principal </a:t>
            </a:r>
            <a:br>
              <a:rPr lang="fr-FR" dirty="0"/>
            </a:b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75104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ver Image (White logo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6C677BCD-ED1F-4B13-88E6-B887B50505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" y="0"/>
            <a:ext cx="4781135" cy="5143500"/>
          </a:xfrm>
          <a:custGeom>
            <a:avLst/>
            <a:gdLst>
              <a:gd name="connsiteX0" fmla="*/ 351363 w 4781135"/>
              <a:gd name="connsiteY0" fmla="*/ 4913481 h 5143500"/>
              <a:gd name="connsiteX1" fmla="*/ 331613 w 4781135"/>
              <a:gd name="connsiteY1" fmla="*/ 4933530 h 5143500"/>
              <a:gd name="connsiteX2" fmla="*/ 352237 w 4781135"/>
              <a:gd name="connsiteY2" fmla="*/ 4953582 h 5143500"/>
              <a:gd name="connsiteX3" fmla="*/ 371987 w 4781135"/>
              <a:gd name="connsiteY3" fmla="*/ 4933533 h 5143500"/>
              <a:gd name="connsiteX4" fmla="*/ 351363 w 4781135"/>
              <a:gd name="connsiteY4" fmla="*/ 4913481 h 5143500"/>
              <a:gd name="connsiteX5" fmla="*/ 891920 w 4781135"/>
              <a:gd name="connsiteY5" fmla="*/ 4837319 h 5143500"/>
              <a:gd name="connsiteX6" fmla="*/ 927648 w 4781135"/>
              <a:gd name="connsiteY6" fmla="*/ 4877990 h 5143500"/>
              <a:gd name="connsiteX7" fmla="*/ 893949 w 4781135"/>
              <a:gd name="connsiteY7" fmla="*/ 4918669 h 5143500"/>
              <a:gd name="connsiteX8" fmla="*/ 858212 w 4781135"/>
              <a:gd name="connsiteY8" fmla="*/ 4877990 h 5143500"/>
              <a:gd name="connsiteX9" fmla="*/ 891920 w 4781135"/>
              <a:gd name="connsiteY9" fmla="*/ 4837319 h 5143500"/>
              <a:gd name="connsiteX10" fmla="*/ 559545 w 4781135"/>
              <a:gd name="connsiteY10" fmla="*/ 4837319 h 5143500"/>
              <a:gd name="connsiteX11" fmla="*/ 579303 w 4781135"/>
              <a:gd name="connsiteY11" fmla="*/ 4839934 h 5143500"/>
              <a:gd name="connsiteX12" fmla="*/ 586562 w 4781135"/>
              <a:gd name="connsiteY12" fmla="*/ 4847771 h 5143500"/>
              <a:gd name="connsiteX13" fmla="*/ 586562 w 4781135"/>
              <a:gd name="connsiteY13" fmla="*/ 4908209 h 5143500"/>
              <a:gd name="connsiteX14" fmla="*/ 579303 w 4781135"/>
              <a:gd name="connsiteY14" fmla="*/ 4916053 h 5143500"/>
              <a:gd name="connsiteX15" fmla="*/ 559545 w 4781135"/>
              <a:gd name="connsiteY15" fmla="*/ 4918669 h 5143500"/>
              <a:gd name="connsiteX16" fmla="*/ 523519 w 4781135"/>
              <a:gd name="connsiteY16" fmla="*/ 4877990 h 5143500"/>
              <a:gd name="connsiteX17" fmla="*/ 559545 w 4781135"/>
              <a:gd name="connsiteY17" fmla="*/ 4837319 h 5143500"/>
              <a:gd name="connsiteX18" fmla="*/ 1101680 w 4781135"/>
              <a:gd name="connsiteY18" fmla="*/ 4805359 h 5143500"/>
              <a:gd name="connsiteX19" fmla="*/ 1095864 w 4781135"/>
              <a:gd name="connsiteY19" fmla="*/ 4811167 h 5143500"/>
              <a:gd name="connsiteX20" fmla="*/ 1095864 w 4781135"/>
              <a:gd name="connsiteY20" fmla="*/ 4944812 h 5143500"/>
              <a:gd name="connsiteX21" fmla="*/ 1101680 w 4781135"/>
              <a:gd name="connsiteY21" fmla="*/ 4950628 h 5143500"/>
              <a:gd name="connsiteX22" fmla="*/ 1127823 w 4781135"/>
              <a:gd name="connsiteY22" fmla="*/ 4950628 h 5143500"/>
              <a:gd name="connsiteX23" fmla="*/ 1133640 w 4781135"/>
              <a:gd name="connsiteY23" fmla="*/ 4944812 h 5143500"/>
              <a:gd name="connsiteX24" fmla="*/ 1133640 w 4781135"/>
              <a:gd name="connsiteY24" fmla="*/ 4811167 h 5143500"/>
              <a:gd name="connsiteX25" fmla="*/ 1127823 w 4781135"/>
              <a:gd name="connsiteY25" fmla="*/ 4805359 h 5143500"/>
              <a:gd name="connsiteX26" fmla="*/ 891920 w 4781135"/>
              <a:gd name="connsiteY26" fmla="*/ 4802455 h 5143500"/>
              <a:gd name="connsiteX27" fmla="*/ 819859 w 4781135"/>
              <a:gd name="connsiteY27" fmla="*/ 4877990 h 5143500"/>
              <a:gd name="connsiteX28" fmla="*/ 893949 w 4781135"/>
              <a:gd name="connsiteY28" fmla="*/ 4953533 h 5143500"/>
              <a:gd name="connsiteX29" fmla="*/ 966000 w 4781135"/>
              <a:gd name="connsiteY29" fmla="*/ 4877990 h 5143500"/>
              <a:gd name="connsiteX30" fmla="*/ 891920 w 4781135"/>
              <a:gd name="connsiteY30" fmla="*/ 4802455 h 5143500"/>
              <a:gd name="connsiteX31" fmla="*/ 725443 w 4781135"/>
              <a:gd name="connsiteY31" fmla="*/ 4802455 h 5143500"/>
              <a:gd name="connsiteX32" fmla="*/ 667045 w 4781135"/>
              <a:gd name="connsiteY32" fmla="*/ 4812907 h 5143500"/>
              <a:gd name="connsiteX33" fmla="*/ 659777 w 4781135"/>
              <a:gd name="connsiteY33" fmla="*/ 4824531 h 5143500"/>
              <a:gd name="connsiteX34" fmla="*/ 659777 w 4781135"/>
              <a:gd name="connsiteY34" fmla="*/ 4944812 h 5143500"/>
              <a:gd name="connsiteX35" fmla="*/ 665593 w 4781135"/>
              <a:gd name="connsiteY35" fmla="*/ 4950628 h 5143500"/>
              <a:gd name="connsiteX36" fmla="*/ 691736 w 4781135"/>
              <a:gd name="connsiteY36" fmla="*/ 4950628 h 5143500"/>
              <a:gd name="connsiteX37" fmla="*/ 697552 w 4781135"/>
              <a:gd name="connsiteY37" fmla="*/ 4944812 h 5143500"/>
              <a:gd name="connsiteX38" fmla="*/ 697552 w 4781135"/>
              <a:gd name="connsiteY38" fmla="*/ 4847194 h 5143500"/>
              <a:gd name="connsiteX39" fmla="*/ 704522 w 4781135"/>
              <a:gd name="connsiteY39" fmla="*/ 4839636 h 5143500"/>
              <a:gd name="connsiteX40" fmla="*/ 726020 w 4781135"/>
              <a:gd name="connsiteY40" fmla="*/ 4837319 h 5143500"/>
              <a:gd name="connsiteX41" fmla="*/ 754202 w 4781135"/>
              <a:gd name="connsiteY41" fmla="*/ 4862009 h 5143500"/>
              <a:gd name="connsiteX42" fmla="*/ 754202 w 4781135"/>
              <a:gd name="connsiteY42" fmla="*/ 4944812 h 5143500"/>
              <a:gd name="connsiteX43" fmla="*/ 760018 w 4781135"/>
              <a:gd name="connsiteY43" fmla="*/ 4950628 h 5143500"/>
              <a:gd name="connsiteX44" fmla="*/ 786160 w 4781135"/>
              <a:gd name="connsiteY44" fmla="*/ 4950628 h 5143500"/>
              <a:gd name="connsiteX45" fmla="*/ 791976 w 4781135"/>
              <a:gd name="connsiteY45" fmla="*/ 4944812 h 5143500"/>
              <a:gd name="connsiteX46" fmla="*/ 791976 w 4781135"/>
              <a:gd name="connsiteY46" fmla="*/ 4857068 h 5143500"/>
              <a:gd name="connsiteX47" fmla="*/ 725443 w 4781135"/>
              <a:gd name="connsiteY47" fmla="*/ 4802455 h 5143500"/>
              <a:gd name="connsiteX48" fmla="*/ 559834 w 4781135"/>
              <a:gd name="connsiteY48" fmla="*/ 4802455 h 5143500"/>
              <a:gd name="connsiteX49" fmla="*/ 485166 w 4781135"/>
              <a:gd name="connsiteY49" fmla="*/ 4877990 h 5143500"/>
              <a:gd name="connsiteX50" fmla="*/ 559256 w 4781135"/>
              <a:gd name="connsiteY50" fmla="*/ 4953533 h 5143500"/>
              <a:gd name="connsiteX51" fmla="*/ 617068 w 4781135"/>
              <a:gd name="connsiteY51" fmla="*/ 4941908 h 5143500"/>
              <a:gd name="connsiteX52" fmla="*/ 624336 w 4781135"/>
              <a:gd name="connsiteY52" fmla="*/ 4930284 h 5143500"/>
              <a:gd name="connsiteX53" fmla="*/ 624336 w 4781135"/>
              <a:gd name="connsiteY53" fmla="*/ 4824821 h 5143500"/>
              <a:gd name="connsiteX54" fmla="*/ 617068 w 4781135"/>
              <a:gd name="connsiteY54" fmla="*/ 4813204 h 5143500"/>
              <a:gd name="connsiteX55" fmla="*/ 559834 w 4781135"/>
              <a:gd name="connsiteY55" fmla="*/ 4802455 h 5143500"/>
              <a:gd name="connsiteX56" fmla="*/ 398011 w 4781135"/>
              <a:gd name="connsiteY56" fmla="*/ 4801292 h 5143500"/>
              <a:gd name="connsiteX57" fmla="*/ 334092 w 4781135"/>
              <a:gd name="connsiteY57" fmla="*/ 4853587 h 5143500"/>
              <a:gd name="connsiteX58" fmla="*/ 427643 w 4781135"/>
              <a:gd name="connsiteY58" fmla="*/ 4934063 h 5143500"/>
              <a:gd name="connsiteX59" fmla="*/ 425903 w 4781135"/>
              <a:gd name="connsiteY59" fmla="*/ 4944812 h 5143500"/>
              <a:gd name="connsiteX60" fmla="*/ 425613 w 4781135"/>
              <a:gd name="connsiteY60" fmla="*/ 4946561 h 5143500"/>
              <a:gd name="connsiteX61" fmla="*/ 429969 w 4781135"/>
              <a:gd name="connsiteY61" fmla="*/ 4950628 h 5143500"/>
              <a:gd name="connsiteX62" fmla="*/ 456121 w 4781135"/>
              <a:gd name="connsiteY62" fmla="*/ 4950628 h 5143500"/>
              <a:gd name="connsiteX63" fmla="*/ 463668 w 4781135"/>
              <a:gd name="connsiteY63" fmla="*/ 4944812 h 5143500"/>
              <a:gd name="connsiteX64" fmla="*/ 465994 w 4781135"/>
              <a:gd name="connsiteY64" fmla="*/ 4928255 h 5143500"/>
              <a:gd name="connsiteX65" fmla="*/ 372445 w 4781135"/>
              <a:gd name="connsiteY65" fmla="*/ 4850972 h 5143500"/>
              <a:gd name="connsiteX66" fmla="*/ 396847 w 4781135"/>
              <a:gd name="connsiteY66" fmla="*/ 4836444 h 5143500"/>
              <a:gd name="connsiteX67" fmla="*/ 440718 w 4781135"/>
              <a:gd name="connsiteY67" fmla="*/ 4849520 h 5143500"/>
              <a:gd name="connsiteX68" fmla="*/ 445074 w 4781135"/>
              <a:gd name="connsiteY68" fmla="*/ 4850684 h 5143500"/>
              <a:gd name="connsiteX69" fmla="*/ 451467 w 4781135"/>
              <a:gd name="connsiteY69" fmla="*/ 4846616 h 5143500"/>
              <a:gd name="connsiteX70" fmla="*/ 460476 w 4781135"/>
              <a:gd name="connsiteY70" fmla="*/ 4827435 h 5143500"/>
              <a:gd name="connsiteX71" fmla="*/ 461639 w 4781135"/>
              <a:gd name="connsiteY71" fmla="*/ 4822502 h 5143500"/>
              <a:gd name="connsiteX72" fmla="*/ 458150 w 4781135"/>
              <a:gd name="connsiteY72" fmla="*/ 4816686 h 5143500"/>
              <a:gd name="connsiteX73" fmla="*/ 398011 w 4781135"/>
              <a:gd name="connsiteY73" fmla="*/ 4801292 h 5143500"/>
              <a:gd name="connsiteX74" fmla="*/ 1053743 w 4781135"/>
              <a:gd name="connsiteY74" fmla="*/ 4747249 h 5143500"/>
              <a:gd name="connsiteX75" fmla="*/ 994181 w 4781135"/>
              <a:gd name="connsiteY75" fmla="*/ 4808264 h 5143500"/>
              <a:gd name="connsiteX76" fmla="*/ 994181 w 4781135"/>
              <a:gd name="connsiteY76" fmla="*/ 4944812 h 5143500"/>
              <a:gd name="connsiteX77" fmla="*/ 999997 w 4781135"/>
              <a:gd name="connsiteY77" fmla="*/ 4950628 h 5143500"/>
              <a:gd name="connsiteX78" fmla="*/ 1025851 w 4781135"/>
              <a:gd name="connsiteY78" fmla="*/ 4950628 h 5143500"/>
              <a:gd name="connsiteX79" fmla="*/ 1031659 w 4781135"/>
              <a:gd name="connsiteY79" fmla="*/ 4944812 h 5143500"/>
              <a:gd name="connsiteX80" fmla="*/ 1031659 w 4781135"/>
              <a:gd name="connsiteY80" fmla="*/ 4837319 h 5143500"/>
              <a:gd name="connsiteX81" fmla="*/ 1068558 w 4781135"/>
              <a:gd name="connsiteY81" fmla="*/ 4837319 h 5143500"/>
              <a:gd name="connsiteX82" fmla="*/ 1074366 w 4781135"/>
              <a:gd name="connsiteY82" fmla="*/ 4831502 h 5143500"/>
              <a:gd name="connsiteX83" fmla="*/ 1074366 w 4781135"/>
              <a:gd name="connsiteY83" fmla="*/ 4811456 h 5143500"/>
              <a:gd name="connsiteX84" fmla="*/ 1068558 w 4781135"/>
              <a:gd name="connsiteY84" fmla="*/ 4805359 h 5143500"/>
              <a:gd name="connsiteX85" fmla="*/ 1031659 w 4781135"/>
              <a:gd name="connsiteY85" fmla="*/ 4805359 h 5143500"/>
              <a:gd name="connsiteX86" fmla="*/ 1031659 w 4781135"/>
              <a:gd name="connsiteY86" fmla="*/ 4802158 h 5143500"/>
              <a:gd name="connsiteX87" fmla="*/ 1054617 w 4781135"/>
              <a:gd name="connsiteY87" fmla="*/ 4778045 h 5143500"/>
              <a:gd name="connsiteX88" fmla="*/ 1068848 w 4781135"/>
              <a:gd name="connsiteY88" fmla="*/ 4779497 h 5143500"/>
              <a:gd name="connsiteX89" fmla="*/ 1074366 w 4781135"/>
              <a:gd name="connsiteY89" fmla="*/ 4773977 h 5143500"/>
              <a:gd name="connsiteX90" fmla="*/ 1077278 w 4781135"/>
              <a:gd name="connsiteY90" fmla="*/ 4758872 h 5143500"/>
              <a:gd name="connsiteX91" fmla="*/ 1077856 w 4781135"/>
              <a:gd name="connsiteY91" fmla="*/ 4755094 h 5143500"/>
              <a:gd name="connsiteX92" fmla="*/ 1072048 w 4781135"/>
              <a:gd name="connsiteY92" fmla="*/ 4749285 h 5143500"/>
              <a:gd name="connsiteX93" fmla="*/ 1053743 w 4781135"/>
              <a:gd name="connsiteY93" fmla="*/ 4747249 h 5143500"/>
              <a:gd name="connsiteX94" fmla="*/ 1115151 w 4781135"/>
              <a:gd name="connsiteY94" fmla="*/ 4747131 h 5143500"/>
              <a:gd name="connsiteX95" fmla="*/ 1095104 w 4781135"/>
              <a:gd name="connsiteY95" fmla="*/ 4767478 h 5143500"/>
              <a:gd name="connsiteX96" fmla="*/ 1116017 w 4781135"/>
              <a:gd name="connsiteY96" fmla="*/ 4787818 h 5143500"/>
              <a:gd name="connsiteX97" fmla="*/ 1136065 w 4781135"/>
              <a:gd name="connsiteY97" fmla="*/ 4767481 h 5143500"/>
              <a:gd name="connsiteX98" fmla="*/ 1115151 w 4781135"/>
              <a:gd name="connsiteY98" fmla="*/ 4747131 h 5143500"/>
              <a:gd name="connsiteX99" fmla="*/ 0 w 4781135"/>
              <a:gd name="connsiteY99" fmla="*/ 0 h 5143500"/>
              <a:gd name="connsiteX100" fmla="*/ 3673235 w 4781135"/>
              <a:gd name="connsiteY100" fmla="*/ 0 h 5143500"/>
              <a:gd name="connsiteX101" fmla="*/ 3843349 w 4781135"/>
              <a:gd name="connsiteY101" fmla="*/ 145970 h 5143500"/>
              <a:gd name="connsiteX102" fmla="*/ 4781135 w 4781135"/>
              <a:gd name="connsiteY102" fmla="*/ 2622891 h 5143500"/>
              <a:gd name="connsiteX103" fmla="*/ 3861453 w 4781135"/>
              <a:gd name="connsiteY103" fmla="*/ 5081299 h 5143500"/>
              <a:gd name="connsiteX104" fmla="*/ 3792118 w 4781135"/>
              <a:gd name="connsiteY104" fmla="*/ 5143500 h 5143500"/>
              <a:gd name="connsiteX105" fmla="*/ 0 w 4781135"/>
              <a:gd name="connsiteY105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4781135" h="5143500">
                <a:moveTo>
                  <a:pt x="351363" y="4913481"/>
                </a:moveTo>
                <a:cubicBezTo>
                  <a:pt x="339456" y="4913486"/>
                  <a:pt x="331612" y="4921037"/>
                  <a:pt x="331613" y="4933530"/>
                </a:cubicBezTo>
                <a:cubicBezTo>
                  <a:pt x="331608" y="4945734"/>
                  <a:pt x="339456" y="4953580"/>
                  <a:pt x="352237" y="4953582"/>
                </a:cubicBezTo>
                <a:cubicBezTo>
                  <a:pt x="364153" y="4953577"/>
                  <a:pt x="371990" y="4945737"/>
                  <a:pt x="371987" y="4933533"/>
                </a:cubicBezTo>
                <a:cubicBezTo>
                  <a:pt x="371995" y="4921039"/>
                  <a:pt x="364153" y="4913482"/>
                  <a:pt x="351363" y="4913481"/>
                </a:cubicBezTo>
                <a:close/>
                <a:moveTo>
                  <a:pt x="891920" y="4837319"/>
                </a:moveTo>
                <a:cubicBezTo>
                  <a:pt x="913418" y="4837319"/>
                  <a:pt x="927648" y="4851260"/>
                  <a:pt x="927648" y="4877990"/>
                </a:cubicBezTo>
                <a:cubicBezTo>
                  <a:pt x="927648" y="4904719"/>
                  <a:pt x="913418" y="4918669"/>
                  <a:pt x="893949" y="4918669"/>
                </a:cubicBezTo>
                <a:cubicBezTo>
                  <a:pt x="872451" y="4918669"/>
                  <a:pt x="858212" y="4904719"/>
                  <a:pt x="858212" y="4877990"/>
                </a:cubicBezTo>
                <a:cubicBezTo>
                  <a:pt x="858212" y="4851260"/>
                  <a:pt x="872451" y="4837319"/>
                  <a:pt x="891920" y="4837319"/>
                </a:cubicBezTo>
                <a:close/>
                <a:moveTo>
                  <a:pt x="559545" y="4837319"/>
                </a:moveTo>
                <a:cubicBezTo>
                  <a:pt x="567390" y="4837319"/>
                  <a:pt x="572909" y="4838184"/>
                  <a:pt x="579303" y="4839934"/>
                </a:cubicBezTo>
                <a:cubicBezTo>
                  <a:pt x="584244" y="4841386"/>
                  <a:pt x="586562" y="4843414"/>
                  <a:pt x="586562" y="4847771"/>
                </a:cubicBezTo>
                <a:lnTo>
                  <a:pt x="586562" y="4908209"/>
                </a:lnTo>
                <a:cubicBezTo>
                  <a:pt x="586562" y="4912564"/>
                  <a:pt x="584244" y="4914601"/>
                  <a:pt x="579303" y="4916053"/>
                </a:cubicBezTo>
                <a:cubicBezTo>
                  <a:pt x="572909" y="4917794"/>
                  <a:pt x="567390" y="4918669"/>
                  <a:pt x="559545" y="4918669"/>
                </a:cubicBezTo>
                <a:cubicBezTo>
                  <a:pt x="540950" y="4918669"/>
                  <a:pt x="523519" y="4907623"/>
                  <a:pt x="523519" y="4877990"/>
                </a:cubicBezTo>
                <a:cubicBezTo>
                  <a:pt x="523519" y="4848356"/>
                  <a:pt x="540950" y="4837319"/>
                  <a:pt x="559545" y="4837319"/>
                </a:cubicBezTo>
                <a:close/>
                <a:moveTo>
                  <a:pt x="1101680" y="4805359"/>
                </a:moveTo>
                <a:cubicBezTo>
                  <a:pt x="1098191" y="4805359"/>
                  <a:pt x="1095864" y="4807677"/>
                  <a:pt x="1095864" y="4811167"/>
                </a:cubicBezTo>
                <a:lnTo>
                  <a:pt x="1095864" y="4944812"/>
                </a:lnTo>
                <a:cubicBezTo>
                  <a:pt x="1095864" y="4948301"/>
                  <a:pt x="1098191" y="4950628"/>
                  <a:pt x="1101680" y="4950628"/>
                </a:cubicBezTo>
                <a:lnTo>
                  <a:pt x="1127823" y="4950628"/>
                </a:lnTo>
                <a:cubicBezTo>
                  <a:pt x="1131313" y="4950628"/>
                  <a:pt x="1133640" y="4948301"/>
                  <a:pt x="1133640" y="4944812"/>
                </a:cubicBezTo>
                <a:lnTo>
                  <a:pt x="1133640" y="4811167"/>
                </a:lnTo>
                <a:cubicBezTo>
                  <a:pt x="1133640" y="4807677"/>
                  <a:pt x="1131313" y="4805359"/>
                  <a:pt x="1127823" y="4805359"/>
                </a:cubicBezTo>
                <a:close/>
                <a:moveTo>
                  <a:pt x="891920" y="4802455"/>
                </a:moveTo>
                <a:cubicBezTo>
                  <a:pt x="848337" y="4802455"/>
                  <a:pt x="819859" y="4834118"/>
                  <a:pt x="819859" y="4877990"/>
                </a:cubicBezTo>
                <a:cubicBezTo>
                  <a:pt x="819859" y="4921862"/>
                  <a:pt x="848337" y="4953533"/>
                  <a:pt x="893949" y="4953533"/>
                </a:cubicBezTo>
                <a:cubicBezTo>
                  <a:pt x="937531" y="4953533"/>
                  <a:pt x="966000" y="4921862"/>
                  <a:pt x="966000" y="4877990"/>
                </a:cubicBezTo>
                <a:cubicBezTo>
                  <a:pt x="966000" y="4834118"/>
                  <a:pt x="937531" y="4802455"/>
                  <a:pt x="891920" y="4802455"/>
                </a:cubicBezTo>
                <a:close/>
                <a:moveTo>
                  <a:pt x="725443" y="4802455"/>
                </a:moveTo>
                <a:cubicBezTo>
                  <a:pt x="708301" y="4802455"/>
                  <a:pt x="688255" y="4805359"/>
                  <a:pt x="667045" y="4812907"/>
                </a:cubicBezTo>
                <a:cubicBezTo>
                  <a:pt x="662977" y="4814359"/>
                  <a:pt x="659777" y="4817849"/>
                  <a:pt x="659777" y="4824531"/>
                </a:cubicBezTo>
                <a:lnTo>
                  <a:pt x="659777" y="4944812"/>
                </a:lnTo>
                <a:cubicBezTo>
                  <a:pt x="659777" y="4948301"/>
                  <a:pt x="662103" y="4950628"/>
                  <a:pt x="665593" y="4950628"/>
                </a:cubicBezTo>
                <a:lnTo>
                  <a:pt x="691736" y="4950628"/>
                </a:lnTo>
                <a:cubicBezTo>
                  <a:pt x="695225" y="4950628"/>
                  <a:pt x="697552" y="4948301"/>
                  <a:pt x="697552" y="4944812"/>
                </a:cubicBezTo>
                <a:lnTo>
                  <a:pt x="697552" y="4847194"/>
                </a:lnTo>
                <a:cubicBezTo>
                  <a:pt x="697552" y="4842838"/>
                  <a:pt x="699870" y="4840800"/>
                  <a:pt x="704522" y="4839636"/>
                </a:cubicBezTo>
                <a:cubicBezTo>
                  <a:pt x="712079" y="4837896"/>
                  <a:pt x="717012" y="4837319"/>
                  <a:pt x="726020" y="4837319"/>
                </a:cubicBezTo>
                <a:cubicBezTo>
                  <a:pt x="741711" y="4837319"/>
                  <a:pt x="754202" y="4844578"/>
                  <a:pt x="754202" y="4862009"/>
                </a:cubicBezTo>
                <a:lnTo>
                  <a:pt x="754202" y="4944812"/>
                </a:lnTo>
                <a:cubicBezTo>
                  <a:pt x="754202" y="4948301"/>
                  <a:pt x="756528" y="4950628"/>
                  <a:pt x="760018" y="4950628"/>
                </a:cubicBezTo>
                <a:lnTo>
                  <a:pt x="786160" y="4950628"/>
                </a:lnTo>
                <a:cubicBezTo>
                  <a:pt x="789650" y="4950628"/>
                  <a:pt x="791976" y="4948301"/>
                  <a:pt x="791976" y="4944812"/>
                </a:cubicBezTo>
                <a:lnTo>
                  <a:pt x="791976" y="4857068"/>
                </a:lnTo>
                <a:cubicBezTo>
                  <a:pt x="791976" y="4821627"/>
                  <a:pt x="770181" y="4802455"/>
                  <a:pt x="725443" y="4802455"/>
                </a:cubicBezTo>
                <a:close/>
                <a:moveTo>
                  <a:pt x="559834" y="4802455"/>
                </a:moveTo>
                <a:cubicBezTo>
                  <a:pt x="515971" y="4802455"/>
                  <a:pt x="485166" y="4831799"/>
                  <a:pt x="485166" y="4877990"/>
                </a:cubicBezTo>
                <a:cubicBezTo>
                  <a:pt x="485166" y="4924766"/>
                  <a:pt x="511896" y="4953533"/>
                  <a:pt x="559256" y="4953533"/>
                </a:cubicBezTo>
                <a:cubicBezTo>
                  <a:pt x="578427" y="4953533"/>
                  <a:pt x="597022" y="4950331"/>
                  <a:pt x="617068" y="4941908"/>
                </a:cubicBezTo>
                <a:cubicBezTo>
                  <a:pt x="621722" y="4939879"/>
                  <a:pt x="624336" y="4936678"/>
                  <a:pt x="624336" y="4930284"/>
                </a:cubicBezTo>
                <a:lnTo>
                  <a:pt x="624336" y="4824821"/>
                </a:lnTo>
                <a:cubicBezTo>
                  <a:pt x="624336" y="4818138"/>
                  <a:pt x="621722" y="4814946"/>
                  <a:pt x="617068" y="4813204"/>
                </a:cubicBezTo>
                <a:cubicBezTo>
                  <a:pt x="597897" y="4805936"/>
                  <a:pt x="579879" y="4802455"/>
                  <a:pt x="559834" y="4802455"/>
                </a:cubicBezTo>
                <a:close/>
                <a:moveTo>
                  <a:pt x="398011" y="4801292"/>
                </a:moveTo>
                <a:cubicBezTo>
                  <a:pt x="359080" y="4801292"/>
                  <a:pt x="334092" y="4822205"/>
                  <a:pt x="334092" y="4853587"/>
                </a:cubicBezTo>
                <a:cubicBezTo>
                  <a:pt x="334092" y="4915179"/>
                  <a:pt x="427643" y="4891337"/>
                  <a:pt x="427643" y="4934063"/>
                </a:cubicBezTo>
                <a:cubicBezTo>
                  <a:pt x="427643" y="4938419"/>
                  <a:pt x="427065" y="4941033"/>
                  <a:pt x="425903" y="4944812"/>
                </a:cubicBezTo>
                <a:cubicBezTo>
                  <a:pt x="425613" y="4945398"/>
                  <a:pt x="425613" y="4945975"/>
                  <a:pt x="425613" y="4946561"/>
                </a:cubicBezTo>
                <a:cubicBezTo>
                  <a:pt x="425613" y="4948879"/>
                  <a:pt x="427065" y="4950628"/>
                  <a:pt x="429969" y="4950628"/>
                </a:cubicBezTo>
                <a:lnTo>
                  <a:pt x="456121" y="4950628"/>
                </a:lnTo>
                <a:cubicBezTo>
                  <a:pt x="460476" y="4950628"/>
                  <a:pt x="462216" y="4949176"/>
                  <a:pt x="463668" y="4944812"/>
                </a:cubicBezTo>
                <a:cubicBezTo>
                  <a:pt x="465418" y="4939879"/>
                  <a:pt x="465994" y="4933196"/>
                  <a:pt x="465994" y="4928255"/>
                </a:cubicBezTo>
                <a:cubicBezTo>
                  <a:pt x="465994" y="4862299"/>
                  <a:pt x="372445" y="4878177"/>
                  <a:pt x="372445" y="4850972"/>
                </a:cubicBezTo>
                <a:cubicBezTo>
                  <a:pt x="372445" y="4842074"/>
                  <a:pt x="381454" y="4836444"/>
                  <a:pt x="396847" y="4836444"/>
                </a:cubicBezTo>
                <a:cubicBezTo>
                  <a:pt x="411664" y="4836444"/>
                  <a:pt x="425903" y="4841386"/>
                  <a:pt x="440718" y="4849520"/>
                </a:cubicBezTo>
                <a:cubicBezTo>
                  <a:pt x="442170" y="4850386"/>
                  <a:pt x="443622" y="4850684"/>
                  <a:pt x="445074" y="4850684"/>
                </a:cubicBezTo>
                <a:cubicBezTo>
                  <a:pt x="447689" y="4850684"/>
                  <a:pt x="450305" y="4849231"/>
                  <a:pt x="451467" y="4846616"/>
                </a:cubicBezTo>
                <a:lnTo>
                  <a:pt x="460476" y="4827435"/>
                </a:lnTo>
                <a:cubicBezTo>
                  <a:pt x="461317" y="4825652"/>
                  <a:pt x="461639" y="4823954"/>
                  <a:pt x="461639" y="4822502"/>
                </a:cubicBezTo>
                <a:cubicBezTo>
                  <a:pt x="461639" y="4820176"/>
                  <a:pt x="460485" y="4817858"/>
                  <a:pt x="458150" y="4816686"/>
                </a:cubicBezTo>
                <a:cubicBezTo>
                  <a:pt x="440141" y="4806226"/>
                  <a:pt x="418635" y="4801292"/>
                  <a:pt x="398011" y="4801292"/>
                </a:cubicBezTo>
                <a:close/>
                <a:moveTo>
                  <a:pt x="1053743" y="4747249"/>
                </a:moveTo>
                <a:cubicBezTo>
                  <a:pt x="1017716" y="4747249"/>
                  <a:pt x="994181" y="4766420"/>
                  <a:pt x="994181" y="4808264"/>
                </a:cubicBezTo>
                <a:lnTo>
                  <a:pt x="994181" y="4944812"/>
                </a:lnTo>
                <a:cubicBezTo>
                  <a:pt x="994181" y="4948301"/>
                  <a:pt x="996508" y="4950628"/>
                  <a:pt x="999997" y="4950628"/>
                </a:cubicBezTo>
                <a:lnTo>
                  <a:pt x="1025851" y="4950628"/>
                </a:lnTo>
                <a:cubicBezTo>
                  <a:pt x="1029340" y="4950628"/>
                  <a:pt x="1031659" y="4948301"/>
                  <a:pt x="1031659" y="4944812"/>
                </a:cubicBezTo>
                <a:lnTo>
                  <a:pt x="1031659" y="4837319"/>
                </a:lnTo>
                <a:lnTo>
                  <a:pt x="1068558" y="4837319"/>
                </a:lnTo>
                <a:cubicBezTo>
                  <a:pt x="1072338" y="4837319"/>
                  <a:pt x="1074366" y="4834992"/>
                  <a:pt x="1074366" y="4831502"/>
                </a:cubicBezTo>
                <a:lnTo>
                  <a:pt x="1074366" y="4811456"/>
                </a:lnTo>
                <a:cubicBezTo>
                  <a:pt x="1074366" y="4807677"/>
                  <a:pt x="1072338" y="4805359"/>
                  <a:pt x="1068558" y="4805359"/>
                </a:cubicBezTo>
                <a:lnTo>
                  <a:pt x="1031659" y="4805359"/>
                </a:lnTo>
                <a:lnTo>
                  <a:pt x="1031659" y="4802158"/>
                </a:lnTo>
                <a:cubicBezTo>
                  <a:pt x="1031659" y="4786179"/>
                  <a:pt x="1038637" y="4778045"/>
                  <a:pt x="1054617" y="4778045"/>
                </a:cubicBezTo>
                <a:cubicBezTo>
                  <a:pt x="1060425" y="4778045"/>
                  <a:pt x="1066682" y="4779497"/>
                  <a:pt x="1068848" y="4779497"/>
                </a:cubicBezTo>
                <a:cubicBezTo>
                  <a:pt x="1072338" y="4779497"/>
                  <a:pt x="1073790" y="4777467"/>
                  <a:pt x="1074366" y="4773977"/>
                </a:cubicBezTo>
                <a:lnTo>
                  <a:pt x="1077278" y="4758872"/>
                </a:lnTo>
                <a:cubicBezTo>
                  <a:pt x="1077533" y="4757531"/>
                  <a:pt x="1077856" y="4756351"/>
                  <a:pt x="1077856" y="4755094"/>
                </a:cubicBezTo>
                <a:cubicBezTo>
                  <a:pt x="1077856" y="4751868"/>
                  <a:pt x="1076116" y="4750152"/>
                  <a:pt x="1072048" y="4749285"/>
                </a:cubicBezTo>
                <a:cubicBezTo>
                  <a:pt x="1066232" y="4747834"/>
                  <a:pt x="1059941" y="4747249"/>
                  <a:pt x="1053743" y="4747249"/>
                </a:cubicBezTo>
                <a:close/>
                <a:moveTo>
                  <a:pt x="1115151" y="4747131"/>
                </a:moveTo>
                <a:cubicBezTo>
                  <a:pt x="1102947" y="4747139"/>
                  <a:pt x="1095102" y="4754688"/>
                  <a:pt x="1095104" y="4767478"/>
                </a:cubicBezTo>
                <a:cubicBezTo>
                  <a:pt x="1095101" y="4779971"/>
                  <a:pt x="1102947" y="4787811"/>
                  <a:pt x="1116017" y="4787818"/>
                </a:cubicBezTo>
                <a:cubicBezTo>
                  <a:pt x="1127932" y="4787817"/>
                  <a:pt x="1136070" y="4779974"/>
                  <a:pt x="1136065" y="4767481"/>
                </a:cubicBezTo>
                <a:cubicBezTo>
                  <a:pt x="1136070" y="4754690"/>
                  <a:pt x="1127932" y="4747137"/>
                  <a:pt x="1115151" y="4747131"/>
                </a:cubicBezTo>
                <a:close/>
                <a:moveTo>
                  <a:pt x="0" y="0"/>
                </a:moveTo>
                <a:lnTo>
                  <a:pt x="3673235" y="0"/>
                </a:lnTo>
                <a:lnTo>
                  <a:pt x="3843349" y="145970"/>
                </a:lnTo>
                <a:cubicBezTo>
                  <a:pt x="4444478" y="723140"/>
                  <a:pt x="4781135" y="1564827"/>
                  <a:pt x="4781135" y="2622891"/>
                </a:cubicBezTo>
                <a:cubicBezTo>
                  <a:pt x="4781257" y="3656845"/>
                  <a:pt x="4444586" y="4498301"/>
                  <a:pt x="3861453" y="5081299"/>
                </a:cubicBezTo>
                <a:lnTo>
                  <a:pt x="3792118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FB220A98-FE22-4FE9-AB26-E269403DC28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83918" y="1344695"/>
            <a:ext cx="3712306" cy="704959"/>
          </a:xfrm>
        </p:spPr>
        <p:txBody>
          <a:bodyPr anchor="b">
            <a:noAutofit/>
          </a:bodyPr>
          <a:lstStyle>
            <a:lvl1pPr algn="l">
              <a:lnSpc>
                <a:spcPct val="96000"/>
              </a:lnSpc>
              <a:spcAft>
                <a:spcPts val="1000"/>
              </a:spcAft>
              <a:defRPr lang="fr-FR" sz="2200" b="0" i="0" kern="1200" dirty="0" err="1" smtClean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90000"/>
              </a:lnSpc>
              <a:defRPr sz="3600" b="0" i="1">
                <a:solidFill>
                  <a:schemeClr val="bg1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l">
              <a:lnSpc>
                <a:spcPct val="100000"/>
              </a:lnSpc>
              <a:spcBef>
                <a:spcPts val="1000"/>
              </a:spcBef>
              <a:defRPr sz="1400">
                <a:solidFill>
                  <a:schemeClr val="bg1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</a:defRPr>
            </a:lvl3pPr>
          </a:lstStyle>
          <a:p>
            <a:pPr lvl="0"/>
            <a:r>
              <a:rPr lang="fr-FR" noProof="0" dirty="0"/>
              <a:t>Modifiez le style du titre</a:t>
            </a:r>
          </a:p>
        </p:txBody>
      </p:sp>
      <p:sp>
        <p:nvSpPr>
          <p:cNvPr id="12" name="Espace réservé du texte 5">
            <a:extLst>
              <a:ext uri="{FF2B5EF4-FFF2-40B4-BE49-F238E27FC236}">
                <a16:creationId xmlns:a16="http://schemas.microsoft.com/office/drawing/2014/main" id="{9F6585BF-F3F3-4500-9CFA-EF0D9041ED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083918" y="3296919"/>
            <a:ext cx="3712306" cy="532899"/>
          </a:xfrm>
        </p:spPr>
        <p:txBody>
          <a:bodyPr anchor="t">
            <a:noAutofit/>
          </a:bodyPr>
          <a:lstStyle>
            <a:lvl1pPr algn="l">
              <a:lnSpc>
                <a:spcPct val="96000"/>
              </a:lnSpc>
              <a:spcAft>
                <a:spcPts val="1000"/>
              </a:spcAft>
              <a:defRPr lang="fr-FR" sz="1400" b="0" i="0" kern="1200" dirty="0" err="1" smtClean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  <a:latin typeface="Sanofi Sans" panose="02010503030201020103" pitchFamily="2" charset="77"/>
                <a:ea typeface="Verdana" panose="020B0604030504040204" pitchFamily="34" charset="0"/>
                <a:cs typeface="Sanofi Sans" panose="02010503030201020103" pitchFamily="2" charset="77"/>
              </a:defRPr>
            </a:lvl1pPr>
            <a:lvl2pPr algn="l">
              <a:lnSpc>
                <a:spcPct val="90000"/>
              </a:lnSpc>
              <a:defRPr lang="en-US" sz="1400" b="0" i="0" kern="1200" noProof="0" dirty="0">
                <a:solidFill>
                  <a:schemeClr val="bg1"/>
                </a:solidFill>
                <a:effectLst>
                  <a:outerShdw blurRad="127000" sx="105000" sy="105000" algn="ctr" rotWithShape="0">
                    <a:prstClr val="black">
                      <a:alpha val="9957"/>
                    </a:prstClr>
                  </a:outerShdw>
                </a:effectLst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l">
              <a:lnSpc>
                <a:spcPct val="100000"/>
              </a:lnSpc>
              <a:spcBef>
                <a:spcPts val="1000"/>
              </a:spcBef>
              <a:defRPr lang="en-US" sz="1400" b="0" i="0" kern="1200" noProof="0" dirty="0">
                <a:solidFill>
                  <a:schemeClr val="bg1"/>
                </a:solidFill>
                <a:effectLst>
                  <a:outerShdw blurRad="127000" sx="105000" sy="105000" algn="ctr" rotWithShape="0">
                    <a:prstClr val="black">
                      <a:alpha val="9957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modifier les styles du texte du masque</a:t>
            </a:r>
          </a:p>
        </p:txBody>
      </p:sp>
      <p:grpSp>
        <p:nvGrpSpPr>
          <p:cNvPr id="20" name="Graphique 7">
            <a:extLst>
              <a:ext uri="{FF2B5EF4-FFF2-40B4-BE49-F238E27FC236}">
                <a16:creationId xmlns:a16="http://schemas.microsoft.com/office/drawing/2014/main" id="{41A6B5B5-03B8-49D6-8E7D-7234849CFE6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31624" y="4747145"/>
            <a:ext cx="803890" cy="206313"/>
            <a:chOff x="4768103" y="-471733"/>
            <a:chExt cx="744723" cy="191124"/>
          </a:xfrm>
          <a:solidFill>
            <a:schemeClr val="bg1"/>
          </a:solidFill>
        </p:grpSpPr>
        <p:sp>
          <p:nvSpPr>
            <p:cNvPr id="21" name="Forme libre : forme 9">
              <a:extLst>
                <a:ext uri="{FF2B5EF4-FFF2-40B4-BE49-F238E27FC236}">
                  <a16:creationId xmlns:a16="http://schemas.microsoft.com/office/drawing/2014/main" id="{894C3BCE-0F75-41F2-8D95-D17AC0094E07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10">
              <a:extLst>
                <a:ext uri="{FF2B5EF4-FFF2-40B4-BE49-F238E27FC236}">
                  <a16:creationId xmlns:a16="http://schemas.microsoft.com/office/drawing/2014/main" id="{3504E00F-BFEB-45F7-8ABF-8EDFD10A356B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>
                <a:solidFill>
                  <a:schemeClr val="accent2"/>
                </a:solidFill>
              </a:endParaRPr>
            </a:p>
          </p:txBody>
        </p:sp>
        <p:sp>
          <p:nvSpPr>
            <p:cNvPr id="23" name="Forme libre : forme 11">
              <a:extLst>
                <a:ext uri="{FF2B5EF4-FFF2-40B4-BE49-F238E27FC236}">
                  <a16:creationId xmlns:a16="http://schemas.microsoft.com/office/drawing/2014/main" id="{62970186-18A1-474A-9D38-2066088D8A0F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FEF24-0BEA-D02D-E4D2-4D8AFC110057}"/>
              </a:ext>
            </a:extLst>
          </p:cNvPr>
          <p:cNvSpPr>
            <a:spLocks noGrp="1"/>
          </p:cNvSpPr>
          <p:nvPr>
            <p:ph type="dt" sz="half" idx="27"/>
          </p:nvPr>
        </p:nvSpPr>
        <p:spPr>
          <a:xfrm>
            <a:off x="6135065" y="4827335"/>
            <a:ext cx="1626918" cy="16662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7816FDE0-B921-4A0E-88B8-448686EC2E12}" type="datetime1">
              <a:rPr lang="en-US" smtClean="0"/>
              <a:t>2/1/2026</a:t>
            </a:fld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389754A-175B-F9CE-4CF6-4CF342BEE761}"/>
              </a:ext>
            </a:extLst>
          </p:cNvPr>
          <p:cNvCxnSpPr>
            <a:cxnSpLocks/>
          </p:cNvCxnSpPr>
          <p:nvPr userDrawn="1"/>
        </p:nvCxnSpPr>
        <p:spPr>
          <a:xfrm>
            <a:off x="-556260" y="160020"/>
            <a:ext cx="499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18D23CA-59B5-E03B-B414-042BC5991873}"/>
              </a:ext>
            </a:extLst>
          </p:cNvPr>
          <p:cNvSpPr txBox="1"/>
          <p:nvPr userDrawn="1"/>
        </p:nvSpPr>
        <p:spPr>
          <a:xfrm>
            <a:off x="-2436695" y="45636"/>
            <a:ext cx="1786192" cy="5001369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Sanofi Sans" panose="02010503030201020103" pitchFamily="2" charset="77"/>
              </a:rPr>
              <a:t>How to add an image: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Click on the icon inside the image placeholder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Select the image you want to use from your computer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Click “Open”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Adjust or crop the image if necessary by using the button “Crop” in the top ribbon.</a:t>
            </a:r>
          </a:p>
          <a:p>
            <a:pPr marL="171450" indent="-171450">
              <a:buFontTx/>
              <a:buChar char="-"/>
            </a:pPr>
            <a:endParaRPr lang="en-US" sz="1100" dirty="0">
              <a:latin typeface="Sanofi Sans" panose="02010503030201020103" pitchFamily="2" charset="77"/>
            </a:endParaRPr>
          </a:p>
          <a:p>
            <a:pPr marL="0" indent="0">
              <a:buFontTx/>
              <a:buNone/>
            </a:pPr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r>
              <a:rPr lang="en-US" sz="1100" b="1" dirty="0">
                <a:latin typeface="Sanofi Sans" panose="02010503030201020103" pitchFamily="2" charset="77"/>
              </a:rPr>
              <a:t>Add Alt Text or mark as decorative: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Right click on the image and select “View Alt Text”.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Type in the blank field that appears on the right of the slide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If Alt Text isn’t relevant, tick the box to “Mark element as decorative”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25E406-961F-80EA-68CE-96479EFA28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169241" y="2507594"/>
            <a:ext cx="307086" cy="622046"/>
          </a:xfrm>
          <a:prstGeom prst="rect">
            <a:avLst/>
          </a:prstGeom>
        </p:spPr>
      </p:pic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167F0E43-21CE-2E8B-DF33-DCC5F5BAB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8336226" y="5385122"/>
            <a:ext cx="476250" cy="205743"/>
          </a:xfrm>
        </p:spPr>
        <p:txBody>
          <a:bodyPr/>
          <a:lstStyle>
            <a:lvl1pPr>
              <a:defRPr>
                <a:latin typeface="Sanofi Sans" panose="02010503030201020103" pitchFamily="2" charset="77"/>
              </a:defRPr>
            </a:lvl1pPr>
          </a:lstStyle>
          <a:p>
            <a:fld id="{6B54B0F7-55DD-40D6-B7F4-70B586885C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56BBA029-671C-F704-433F-BACD5A73C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1671799" y="5427541"/>
            <a:ext cx="4480560" cy="166630"/>
          </a:xfrm>
        </p:spPr>
        <p:txBody>
          <a:bodyPr/>
          <a:lstStyle>
            <a:lvl1pPr>
              <a:defRPr>
                <a:latin typeface="Sanofi Sans" panose="02010503030201020103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E3AC4B7F-B802-09FD-241C-0BBA8F08C4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83917" y="2239963"/>
            <a:ext cx="3712306" cy="889000"/>
          </a:xfrm>
        </p:spPr>
        <p:txBody>
          <a:bodyPr/>
          <a:lstStyle>
            <a:lvl1pPr>
              <a:lnSpc>
                <a:spcPct val="90000"/>
              </a:lnSpc>
              <a:defRPr sz="3200" b="0" i="1">
                <a:solidFill>
                  <a:schemeClr val="bg1"/>
                </a:solidFill>
                <a:latin typeface="Sanofi Serif" panose="02060503060201090102" pitchFamily="18" charset="77"/>
              </a:defRPr>
            </a:lvl1pPr>
          </a:lstStyle>
          <a:p>
            <a:pPr lvl="0"/>
            <a:r>
              <a:rPr lang="fr-FR" dirty="0"/>
              <a:t>Principal </a:t>
            </a:r>
            <a:br>
              <a:rPr lang="fr-FR" dirty="0"/>
            </a:b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12273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next t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C5F3432-6FAD-4E94-8F10-E3A9F64580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4572000" cy="5143500"/>
          </a:xfrm>
          <a:custGeom>
            <a:avLst/>
            <a:gdLst>
              <a:gd name="connsiteX0" fmla="*/ 351364 w 4572000"/>
              <a:gd name="connsiteY0" fmla="*/ 4913481 h 5143500"/>
              <a:gd name="connsiteX1" fmla="*/ 331614 w 4572000"/>
              <a:gd name="connsiteY1" fmla="*/ 4933530 h 5143500"/>
              <a:gd name="connsiteX2" fmla="*/ 352238 w 4572000"/>
              <a:gd name="connsiteY2" fmla="*/ 4953582 h 5143500"/>
              <a:gd name="connsiteX3" fmla="*/ 371988 w 4572000"/>
              <a:gd name="connsiteY3" fmla="*/ 4933533 h 5143500"/>
              <a:gd name="connsiteX4" fmla="*/ 351364 w 4572000"/>
              <a:gd name="connsiteY4" fmla="*/ 4913481 h 5143500"/>
              <a:gd name="connsiteX5" fmla="*/ 892594 w 4572000"/>
              <a:gd name="connsiteY5" fmla="*/ 4837587 h 5143500"/>
              <a:gd name="connsiteX6" fmla="*/ 917847 w 4572000"/>
              <a:gd name="connsiteY6" fmla="*/ 4847631 h 5143500"/>
              <a:gd name="connsiteX7" fmla="*/ 927649 w 4572000"/>
              <a:gd name="connsiteY7" fmla="*/ 4877990 h 5143500"/>
              <a:gd name="connsiteX8" fmla="*/ 918101 w 4572000"/>
              <a:gd name="connsiteY8" fmla="*/ 4908353 h 5143500"/>
              <a:gd name="connsiteX9" fmla="*/ 894867 w 4572000"/>
              <a:gd name="connsiteY9" fmla="*/ 4918277 h 5143500"/>
              <a:gd name="connsiteX10" fmla="*/ 868934 w 4572000"/>
              <a:gd name="connsiteY10" fmla="*/ 4908080 h 5143500"/>
              <a:gd name="connsiteX11" fmla="*/ 859063 w 4572000"/>
              <a:gd name="connsiteY11" fmla="*/ 4877877 h 5143500"/>
              <a:gd name="connsiteX12" fmla="*/ 868679 w 4572000"/>
              <a:gd name="connsiteY12" fmla="*/ 4847677 h 5143500"/>
              <a:gd name="connsiteX13" fmla="*/ 559058 w 4572000"/>
              <a:gd name="connsiteY13" fmla="*/ 4837499 h 5143500"/>
              <a:gd name="connsiteX14" fmla="*/ 578337 w 4572000"/>
              <a:gd name="connsiteY14" fmla="*/ 4840021 h 5143500"/>
              <a:gd name="connsiteX15" fmla="*/ 585644 w 4572000"/>
              <a:gd name="connsiteY15" fmla="*/ 4847817 h 5143500"/>
              <a:gd name="connsiteX16" fmla="*/ 585644 w 4572000"/>
              <a:gd name="connsiteY16" fmla="*/ 4907937 h 5143500"/>
              <a:gd name="connsiteX17" fmla="*/ 578337 w 4572000"/>
              <a:gd name="connsiteY17" fmla="*/ 4915741 h 5143500"/>
              <a:gd name="connsiteX18" fmla="*/ 558606 w 4572000"/>
              <a:gd name="connsiteY18" fmla="*/ 4918322 h 5143500"/>
              <a:gd name="connsiteX19" fmla="*/ 534560 w 4572000"/>
              <a:gd name="connsiteY19" fmla="*/ 4909442 h 5143500"/>
              <a:gd name="connsiteX20" fmla="*/ 523520 w 4572000"/>
              <a:gd name="connsiteY20" fmla="*/ 4877990 h 5143500"/>
              <a:gd name="connsiteX21" fmla="*/ 534560 w 4572000"/>
              <a:gd name="connsiteY21" fmla="*/ 4846542 h 5143500"/>
              <a:gd name="connsiteX22" fmla="*/ 1101681 w 4572000"/>
              <a:gd name="connsiteY22" fmla="*/ 4805359 h 5143500"/>
              <a:gd name="connsiteX23" fmla="*/ 1095865 w 4572000"/>
              <a:gd name="connsiteY23" fmla="*/ 4811167 h 5143500"/>
              <a:gd name="connsiteX24" fmla="*/ 1095865 w 4572000"/>
              <a:gd name="connsiteY24" fmla="*/ 4944812 h 5143500"/>
              <a:gd name="connsiteX25" fmla="*/ 1101681 w 4572000"/>
              <a:gd name="connsiteY25" fmla="*/ 4950628 h 5143500"/>
              <a:gd name="connsiteX26" fmla="*/ 1127824 w 4572000"/>
              <a:gd name="connsiteY26" fmla="*/ 4950628 h 5143500"/>
              <a:gd name="connsiteX27" fmla="*/ 1128318 w 4572000"/>
              <a:gd name="connsiteY27" fmla="*/ 4950134 h 5143500"/>
              <a:gd name="connsiteX28" fmla="*/ 1130432 w 4572000"/>
              <a:gd name="connsiteY28" fmla="*/ 4950134 h 5143500"/>
              <a:gd name="connsiteX29" fmla="*/ 1136286 w 4572000"/>
              <a:gd name="connsiteY29" fmla="*/ 4944348 h 5143500"/>
              <a:gd name="connsiteX30" fmla="*/ 1136286 w 4572000"/>
              <a:gd name="connsiteY30" fmla="*/ 4811405 h 5143500"/>
              <a:gd name="connsiteX31" fmla="*/ 1130432 w 4572000"/>
              <a:gd name="connsiteY31" fmla="*/ 4805627 h 5143500"/>
              <a:gd name="connsiteX32" fmla="*/ 1128093 w 4572000"/>
              <a:gd name="connsiteY32" fmla="*/ 4805627 h 5143500"/>
              <a:gd name="connsiteX33" fmla="*/ 1127824 w 4572000"/>
              <a:gd name="connsiteY33" fmla="*/ 4805359 h 5143500"/>
              <a:gd name="connsiteX34" fmla="*/ 891921 w 4572000"/>
              <a:gd name="connsiteY34" fmla="*/ 4802455 h 5143500"/>
              <a:gd name="connsiteX35" fmla="*/ 819860 w 4572000"/>
              <a:gd name="connsiteY35" fmla="*/ 4877990 h 5143500"/>
              <a:gd name="connsiteX36" fmla="*/ 893950 w 4572000"/>
              <a:gd name="connsiteY36" fmla="*/ 4953533 h 5143500"/>
              <a:gd name="connsiteX37" fmla="*/ 923594 w 4572000"/>
              <a:gd name="connsiteY37" fmla="*/ 4947899 h 5143500"/>
              <a:gd name="connsiteX38" fmla="*/ 924072 w 4572000"/>
              <a:gd name="connsiteY38" fmla="*/ 4947569 h 5143500"/>
              <a:gd name="connsiteX39" fmla="*/ 924870 w 4572000"/>
              <a:gd name="connsiteY39" fmla="*/ 4947419 h 5143500"/>
              <a:gd name="connsiteX40" fmla="*/ 967554 w 4572000"/>
              <a:gd name="connsiteY40" fmla="*/ 4877877 h 5143500"/>
              <a:gd name="connsiteX41" fmla="*/ 924009 w 4572000"/>
              <a:gd name="connsiteY41" fmla="*/ 4808342 h 5143500"/>
              <a:gd name="connsiteX42" fmla="*/ 922788 w 4572000"/>
              <a:gd name="connsiteY42" fmla="*/ 4808122 h 5143500"/>
              <a:gd name="connsiteX43" fmla="*/ 922738 w 4572000"/>
              <a:gd name="connsiteY43" fmla="*/ 4808088 h 5143500"/>
              <a:gd name="connsiteX44" fmla="*/ 891921 w 4572000"/>
              <a:gd name="connsiteY44" fmla="*/ 4802455 h 5143500"/>
              <a:gd name="connsiteX45" fmla="*/ 725444 w 4572000"/>
              <a:gd name="connsiteY45" fmla="*/ 4802455 h 5143500"/>
              <a:gd name="connsiteX46" fmla="*/ 667046 w 4572000"/>
              <a:gd name="connsiteY46" fmla="*/ 4812907 h 5143500"/>
              <a:gd name="connsiteX47" fmla="*/ 666934 w 4572000"/>
              <a:gd name="connsiteY47" fmla="*/ 4813086 h 5143500"/>
              <a:gd name="connsiteX48" fmla="*/ 666651 w 4572000"/>
              <a:gd name="connsiteY48" fmla="*/ 4813136 h 5143500"/>
              <a:gd name="connsiteX49" fmla="*/ 659335 w 4572000"/>
              <a:gd name="connsiteY49" fmla="*/ 4824699 h 5143500"/>
              <a:gd name="connsiteX50" fmla="*/ 659335 w 4572000"/>
              <a:gd name="connsiteY50" fmla="*/ 4944348 h 5143500"/>
              <a:gd name="connsiteX51" fmla="*/ 659778 w 4572000"/>
              <a:gd name="connsiteY51" fmla="*/ 4944785 h 5143500"/>
              <a:gd name="connsiteX52" fmla="*/ 659778 w 4572000"/>
              <a:gd name="connsiteY52" fmla="*/ 4944812 h 5143500"/>
              <a:gd name="connsiteX53" fmla="*/ 665594 w 4572000"/>
              <a:gd name="connsiteY53" fmla="*/ 4950628 h 5143500"/>
              <a:gd name="connsiteX54" fmla="*/ 691737 w 4572000"/>
              <a:gd name="connsiteY54" fmla="*/ 4950628 h 5143500"/>
              <a:gd name="connsiteX55" fmla="*/ 697553 w 4572000"/>
              <a:gd name="connsiteY55" fmla="*/ 4944812 h 5143500"/>
              <a:gd name="connsiteX56" fmla="*/ 697553 w 4572000"/>
              <a:gd name="connsiteY56" fmla="*/ 4847194 h 5143500"/>
              <a:gd name="connsiteX57" fmla="*/ 704449 w 4572000"/>
              <a:gd name="connsiteY57" fmla="*/ 4839717 h 5143500"/>
              <a:gd name="connsiteX58" fmla="*/ 726010 w 4572000"/>
              <a:gd name="connsiteY58" fmla="*/ 4837419 h 5143500"/>
              <a:gd name="connsiteX59" fmla="*/ 746014 w 4572000"/>
              <a:gd name="connsiteY59" fmla="*/ 4843168 h 5143500"/>
              <a:gd name="connsiteX60" fmla="*/ 754203 w 4572000"/>
              <a:gd name="connsiteY60" fmla="*/ 4862009 h 5143500"/>
              <a:gd name="connsiteX61" fmla="*/ 754203 w 4572000"/>
              <a:gd name="connsiteY61" fmla="*/ 4944812 h 5143500"/>
              <a:gd name="connsiteX62" fmla="*/ 760019 w 4572000"/>
              <a:gd name="connsiteY62" fmla="*/ 4950628 h 5143500"/>
              <a:gd name="connsiteX63" fmla="*/ 786161 w 4572000"/>
              <a:gd name="connsiteY63" fmla="*/ 4950628 h 5143500"/>
              <a:gd name="connsiteX64" fmla="*/ 791977 w 4572000"/>
              <a:gd name="connsiteY64" fmla="*/ 4944812 h 5143500"/>
              <a:gd name="connsiteX65" fmla="*/ 791977 w 4572000"/>
              <a:gd name="connsiteY65" fmla="*/ 4944762 h 5143500"/>
              <a:gd name="connsiteX66" fmla="*/ 792396 w 4572000"/>
              <a:gd name="connsiteY66" fmla="*/ 4944348 h 5143500"/>
              <a:gd name="connsiteX67" fmla="*/ 792396 w 4572000"/>
              <a:gd name="connsiteY67" fmla="*/ 4857065 h 5143500"/>
              <a:gd name="connsiteX68" fmla="*/ 775798 w 4572000"/>
              <a:gd name="connsiteY68" fmla="*/ 4816682 h 5143500"/>
              <a:gd name="connsiteX69" fmla="*/ 775550 w 4572000"/>
              <a:gd name="connsiteY69" fmla="*/ 4816558 h 5143500"/>
              <a:gd name="connsiteX70" fmla="*/ 775487 w 4572000"/>
              <a:gd name="connsiteY70" fmla="*/ 4816471 h 5143500"/>
              <a:gd name="connsiteX71" fmla="*/ 725444 w 4572000"/>
              <a:gd name="connsiteY71" fmla="*/ 4802455 h 5143500"/>
              <a:gd name="connsiteX72" fmla="*/ 559835 w 4572000"/>
              <a:gd name="connsiteY72" fmla="*/ 4802455 h 5143500"/>
              <a:gd name="connsiteX73" fmla="*/ 529663 w 4572000"/>
              <a:gd name="connsiteY73" fmla="*/ 4807762 h 5143500"/>
              <a:gd name="connsiteX74" fmla="*/ 529596 w 4572000"/>
              <a:gd name="connsiteY74" fmla="*/ 4807805 h 5143500"/>
              <a:gd name="connsiteX75" fmla="*/ 528373 w 4572000"/>
              <a:gd name="connsiteY75" fmla="*/ 4808018 h 5143500"/>
              <a:gd name="connsiteX76" fmla="*/ 483587 w 4572000"/>
              <a:gd name="connsiteY76" fmla="*/ 4877877 h 5143500"/>
              <a:gd name="connsiteX77" fmla="*/ 526397 w 4572000"/>
              <a:gd name="connsiteY77" fmla="*/ 4947825 h 5143500"/>
              <a:gd name="connsiteX78" fmla="*/ 527143 w 4572000"/>
              <a:gd name="connsiteY78" fmla="*/ 4947947 h 5143500"/>
              <a:gd name="connsiteX79" fmla="*/ 527701 w 4572000"/>
              <a:gd name="connsiteY79" fmla="*/ 4948307 h 5143500"/>
              <a:gd name="connsiteX80" fmla="*/ 559257 w 4572000"/>
              <a:gd name="connsiteY80" fmla="*/ 4953533 h 5143500"/>
              <a:gd name="connsiteX81" fmla="*/ 617069 w 4572000"/>
              <a:gd name="connsiteY81" fmla="*/ 4941908 h 5143500"/>
              <a:gd name="connsiteX82" fmla="*/ 624338 w 4572000"/>
              <a:gd name="connsiteY82" fmla="*/ 4930284 h 5143500"/>
              <a:gd name="connsiteX83" fmla="*/ 624338 w 4572000"/>
              <a:gd name="connsiteY83" fmla="*/ 4824821 h 5143500"/>
              <a:gd name="connsiteX84" fmla="*/ 617069 w 4572000"/>
              <a:gd name="connsiteY84" fmla="*/ 4813204 h 5143500"/>
              <a:gd name="connsiteX85" fmla="*/ 559835 w 4572000"/>
              <a:gd name="connsiteY85" fmla="*/ 4802455 h 5143500"/>
              <a:gd name="connsiteX86" fmla="*/ 398012 w 4572000"/>
              <a:gd name="connsiteY86" fmla="*/ 4801292 h 5143500"/>
              <a:gd name="connsiteX87" fmla="*/ 396528 w 4572000"/>
              <a:gd name="connsiteY87" fmla="*/ 4801750 h 5143500"/>
              <a:gd name="connsiteX88" fmla="*/ 395863 w 4572000"/>
              <a:gd name="connsiteY88" fmla="*/ 4801582 h 5143500"/>
              <a:gd name="connsiteX89" fmla="*/ 331528 w 4572000"/>
              <a:gd name="connsiteY89" fmla="*/ 4853603 h 5143500"/>
              <a:gd name="connsiteX90" fmla="*/ 425688 w 4572000"/>
              <a:gd name="connsiteY90" fmla="*/ 4933656 h 5143500"/>
              <a:gd name="connsiteX91" fmla="*/ 423937 w 4572000"/>
              <a:gd name="connsiteY91" fmla="*/ 4944348 h 5143500"/>
              <a:gd name="connsiteX92" fmla="*/ 423646 w 4572000"/>
              <a:gd name="connsiteY92" fmla="*/ 4946089 h 5143500"/>
              <a:gd name="connsiteX93" fmla="*/ 428030 w 4572000"/>
              <a:gd name="connsiteY93" fmla="*/ 4950134 h 5143500"/>
              <a:gd name="connsiteX94" fmla="*/ 429441 w 4572000"/>
              <a:gd name="connsiteY94" fmla="*/ 4950134 h 5143500"/>
              <a:gd name="connsiteX95" fmla="*/ 429970 w 4572000"/>
              <a:gd name="connsiteY95" fmla="*/ 4950628 h 5143500"/>
              <a:gd name="connsiteX96" fmla="*/ 456122 w 4572000"/>
              <a:gd name="connsiteY96" fmla="*/ 4950628 h 5143500"/>
              <a:gd name="connsiteX97" fmla="*/ 463669 w 4572000"/>
              <a:gd name="connsiteY97" fmla="*/ 4944812 h 5143500"/>
              <a:gd name="connsiteX98" fmla="*/ 465995 w 4572000"/>
              <a:gd name="connsiteY98" fmla="*/ 4928255 h 5143500"/>
              <a:gd name="connsiteX99" fmla="*/ 372446 w 4572000"/>
              <a:gd name="connsiteY99" fmla="*/ 4850972 h 5143500"/>
              <a:gd name="connsiteX100" fmla="*/ 378875 w 4572000"/>
              <a:gd name="connsiteY100" fmla="*/ 4840371 h 5143500"/>
              <a:gd name="connsiteX101" fmla="*/ 395405 w 4572000"/>
              <a:gd name="connsiteY101" fmla="*/ 4836760 h 5143500"/>
              <a:gd name="connsiteX102" fmla="*/ 438849 w 4572000"/>
              <a:gd name="connsiteY102" fmla="*/ 4849557 h 5143500"/>
              <a:gd name="connsiteX103" fmla="*/ 443233 w 4572000"/>
              <a:gd name="connsiteY103" fmla="*/ 4850714 h 5143500"/>
              <a:gd name="connsiteX104" fmla="*/ 443816 w 4572000"/>
              <a:gd name="connsiteY104" fmla="*/ 4850348 h 5143500"/>
              <a:gd name="connsiteX105" fmla="*/ 445075 w 4572000"/>
              <a:gd name="connsiteY105" fmla="*/ 4850684 h 5143500"/>
              <a:gd name="connsiteX106" fmla="*/ 451468 w 4572000"/>
              <a:gd name="connsiteY106" fmla="*/ 4846616 h 5143500"/>
              <a:gd name="connsiteX107" fmla="*/ 460477 w 4572000"/>
              <a:gd name="connsiteY107" fmla="*/ 4827435 h 5143500"/>
              <a:gd name="connsiteX108" fmla="*/ 461640 w 4572000"/>
              <a:gd name="connsiteY108" fmla="*/ 4822502 h 5143500"/>
              <a:gd name="connsiteX109" fmla="*/ 458151 w 4572000"/>
              <a:gd name="connsiteY109" fmla="*/ 4816686 h 5143500"/>
              <a:gd name="connsiteX110" fmla="*/ 398012 w 4572000"/>
              <a:gd name="connsiteY110" fmla="*/ 4801292 h 5143500"/>
              <a:gd name="connsiteX111" fmla="*/ 1053744 w 4572000"/>
              <a:gd name="connsiteY111" fmla="*/ 4747249 h 5143500"/>
              <a:gd name="connsiteX112" fmla="*/ 994182 w 4572000"/>
              <a:gd name="connsiteY112" fmla="*/ 4808264 h 5143500"/>
              <a:gd name="connsiteX113" fmla="*/ 994182 w 4572000"/>
              <a:gd name="connsiteY113" fmla="*/ 4944812 h 5143500"/>
              <a:gd name="connsiteX114" fmla="*/ 999998 w 4572000"/>
              <a:gd name="connsiteY114" fmla="*/ 4950628 h 5143500"/>
              <a:gd name="connsiteX115" fmla="*/ 1025852 w 4572000"/>
              <a:gd name="connsiteY115" fmla="*/ 4950628 h 5143500"/>
              <a:gd name="connsiteX116" fmla="*/ 1026345 w 4572000"/>
              <a:gd name="connsiteY116" fmla="*/ 4950134 h 5143500"/>
              <a:gd name="connsiteX117" fmla="*/ 1027795 w 4572000"/>
              <a:gd name="connsiteY117" fmla="*/ 4950134 h 5143500"/>
              <a:gd name="connsiteX118" fmla="*/ 1033640 w 4572000"/>
              <a:gd name="connsiteY118" fmla="*/ 4944348 h 5143500"/>
              <a:gd name="connsiteX119" fmla="*/ 1033640 w 4572000"/>
              <a:gd name="connsiteY119" fmla="*/ 4837419 h 5143500"/>
              <a:gd name="connsiteX120" fmla="*/ 1070781 w 4572000"/>
              <a:gd name="connsiteY120" fmla="*/ 4837419 h 5143500"/>
              <a:gd name="connsiteX121" fmla="*/ 1076626 w 4572000"/>
              <a:gd name="connsiteY121" fmla="*/ 4831634 h 5143500"/>
              <a:gd name="connsiteX122" fmla="*/ 1076626 w 4572000"/>
              <a:gd name="connsiteY122" fmla="*/ 4811692 h 5143500"/>
              <a:gd name="connsiteX123" fmla="*/ 1070781 w 4572000"/>
              <a:gd name="connsiteY123" fmla="*/ 4805627 h 5143500"/>
              <a:gd name="connsiteX124" fmla="*/ 1068815 w 4572000"/>
              <a:gd name="connsiteY124" fmla="*/ 4805627 h 5143500"/>
              <a:gd name="connsiteX125" fmla="*/ 1068560 w 4572000"/>
              <a:gd name="connsiteY125" fmla="*/ 4805359 h 5143500"/>
              <a:gd name="connsiteX126" fmla="*/ 1033640 w 4572000"/>
              <a:gd name="connsiteY126" fmla="*/ 4805359 h 5143500"/>
              <a:gd name="connsiteX127" fmla="*/ 1033640 w 4572000"/>
              <a:gd name="connsiteY127" fmla="*/ 4802443 h 5143500"/>
              <a:gd name="connsiteX128" fmla="*/ 1056749 w 4572000"/>
              <a:gd name="connsiteY128" fmla="*/ 4778457 h 5143500"/>
              <a:gd name="connsiteX129" fmla="*/ 1071072 w 4572000"/>
              <a:gd name="connsiteY129" fmla="*/ 4779901 h 5143500"/>
              <a:gd name="connsiteX130" fmla="*/ 1076626 w 4572000"/>
              <a:gd name="connsiteY130" fmla="*/ 4774411 h 5143500"/>
              <a:gd name="connsiteX131" fmla="*/ 1079557 w 4572000"/>
              <a:gd name="connsiteY131" fmla="*/ 4759385 h 5143500"/>
              <a:gd name="connsiteX132" fmla="*/ 1080138 w 4572000"/>
              <a:gd name="connsiteY132" fmla="*/ 4755627 h 5143500"/>
              <a:gd name="connsiteX133" fmla="*/ 1074293 w 4572000"/>
              <a:gd name="connsiteY133" fmla="*/ 4749848 h 5143500"/>
              <a:gd name="connsiteX134" fmla="*/ 1072405 w 4572000"/>
              <a:gd name="connsiteY134" fmla="*/ 4749641 h 5143500"/>
              <a:gd name="connsiteX135" fmla="*/ 1072049 w 4572000"/>
              <a:gd name="connsiteY135" fmla="*/ 4749285 h 5143500"/>
              <a:gd name="connsiteX136" fmla="*/ 1053744 w 4572000"/>
              <a:gd name="connsiteY136" fmla="*/ 4747249 h 5143500"/>
              <a:gd name="connsiteX137" fmla="*/ 1115152 w 4572000"/>
              <a:gd name="connsiteY137" fmla="*/ 4747131 h 5143500"/>
              <a:gd name="connsiteX138" fmla="*/ 1095105 w 4572000"/>
              <a:gd name="connsiteY138" fmla="*/ 4767478 h 5143500"/>
              <a:gd name="connsiteX139" fmla="*/ 1116018 w 4572000"/>
              <a:gd name="connsiteY139" fmla="*/ 4787818 h 5143500"/>
              <a:gd name="connsiteX140" fmla="*/ 1136066 w 4572000"/>
              <a:gd name="connsiteY140" fmla="*/ 4767481 h 5143500"/>
              <a:gd name="connsiteX141" fmla="*/ 1115152 w 4572000"/>
              <a:gd name="connsiteY141" fmla="*/ 4747131 h 5143500"/>
              <a:gd name="connsiteX142" fmla="*/ 0 w 4572000"/>
              <a:gd name="connsiteY142" fmla="*/ 0 h 5143500"/>
              <a:gd name="connsiteX143" fmla="*/ 4572000 w 4572000"/>
              <a:gd name="connsiteY143" fmla="*/ 0 h 5143500"/>
              <a:gd name="connsiteX144" fmla="*/ 4572000 w 4572000"/>
              <a:gd name="connsiteY144" fmla="*/ 5143500 h 5143500"/>
              <a:gd name="connsiteX145" fmla="*/ 0 w 4572000"/>
              <a:gd name="connsiteY145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</a:cxnLst>
            <a:rect l="l" t="t" r="r" b="b"/>
            <a:pathLst>
              <a:path w="4572000" h="5143500">
                <a:moveTo>
                  <a:pt x="351364" y="4913481"/>
                </a:moveTo>
                <a:cubicBezTo>
                  <a:pt x="339457" y="4913486"/>
                  <a:pt x="331613" y="4921037"/>
                  <a:pt x="331614" y="4933530"/>
                </a:cubicBezTo>
                <a:cubicBezTo>
                  <a:pt x="331609" y="4945734"/>
                  <a:pt x="339457" y="4953580"/>
                  <a:pt x="352238" y="4953582"/>
                </a:cubicBezTo>
                <a:cubicBezTo>
                  <a:pt x="364154" y="4953577"/>
                  <a:pt x="371991" y="4945737"/>
                  <a:pt x="371988" y="4933533"/>
                </a:cubicBezTo>
                <a:cubicBezTo>
                  <a:pt x="371996" y="4921039"/>
                  <a:pt x="364154" y="4913482"/>
                  <a:pt x="351364" y="4913481"/>
                </a:cubicBezTo>
                <a:close/>
                <a:moveTo>
                  <a:pt x="892594" y="4837587"/>
                </a:moveTo>
                <a:lnTo>
                  <a:pt x="917847" y="4847631"/>
                </a:lnTo>
                <a:cubicBezTo>
                  <a:pt x="924092" y="4854457"/>
                  <a:pt x="927649" y="4864625"/>
                  <a:pt x="927649" y="4877990"/>
                </a:cubicBezTo>
                <a:cubicBezTo>
                  <a:pt x="927649" y="4891355"/>
                  <a:pt x="924092" y="4901524"/>
                  <a:pt x="918101" y="4908353"/>
                </a:cubicBezTo>
                <a:lnTo>
                  <a:pt x="894867" y="4918277"/>
                </a:lnTo>
                <a:lnTo>
                  <a:pt x="868934" y="4908080"/>
                </a:lnTo>
                <a:cubicBezTo>
                  <a:pt x="862646" y="4901288"/>
                  <a:pt x="859063" y="4891172"/>
                  <a:pt x="859063" y="4877877"/>
                </a:cubicBezTo>
                <a:cubicBezTo>
                  <a:pt x="859063" y="4864582"/>
                  <a:pt x="862646" y="4854468"/>
                  <a:pt x="868679" y="4847677"/>
                </a:cubicBezTo>
                <a:close/>
                <a:moveTo>
                  <a:pt x="559058" y="4837499"/>
                </a:moveTo>
                <a:lnTo>
                  <a:pt x="578337" y="4840021"/>
                </a:lnTo>
                <a:cubicBezTo>
                  <a:pt x="583310" y="4841465"/>
                  <a:pt x="585644" y="4843483"/>
                  <a:pt x="585644" y="4847817"/>
                </a:cubicBezTo>
                <a:lnTo>
                  <a:pt x="585644" y="4907937"/>
                </a:lnTo>
                <a:cubicBezTo>
                  <a:pt x="585644" y="4912270"/>
                  <a:pt x="583310" y="4914296"/>
                  <a:pt x="578337" y="4915741"/>
                </a:cubicBezTo>
                <a:lnTo>
                  <a:pt x="558606" y="4918322"/>
                </a:lnTo>
                <a:lnTo>
                  <a:pt x="534560" y="4909442"/>
                </a:lnTo>
                <a:cubicBezTo>
                  <a:pt x="527878" y="4902976"/>
                  <a:pt x="523520" y="4892806"/>
                  <a:pt x="523520" y="4877990"/>
                </a:cubicBezTo>
                <a:cubicBezTo>
                  <a:pt x="523520" y="4863173"/>
                  <a:pt x="527878" y="4853005"/>
                  <a:pt x="534560" y="4846542"/>
                </a:cubicBezTo>
                <a:close/>
                <a:moveTo>
                  <a:pt x="1101681" y="4805359"/>
                </a:moveTo>
                <a:cubicBezTo>
                  <a:pt x="1098193" y="4805359"/>
                  <a:pt x="1095865" y="4807677"/>
                  <a:pt x="1095865" y="4811167"/>
                </a:cubicBezTo>
                <a:lnTo>
                  <a:pt x="1095865" y="4944812"/>
                </a:lnTo>
                <a:cubicBezTo>
                  <a:pt x="1095865" y="4948301"/>
                  <a:pt x="1098193" y="4950628"/>
                  <a:pt x="1101681" y="4950628"/>
                </a:cubicBezTo>
                <a:lnTo>
                  <a:pt x="1127824" y="4950628"/>
                </a:lnTo>
                <a:lnTo>
                  <a:pt x="1128318" y="4950134"/>
                </a:lnTo>
                <a:lnTo>
                  <a:pt x="1130432" y="4950134"/>
                </a:lnTo>
                <a:cubicBezTo>
                  <a:pt x="1133944" y="4950134"/>
                  <a:pt x="1136286" y="4947819"/>
                  <a:pt x="1136286" y="4944348"/>
                </a:cubicBezTo>
                <a:lnTo>
                  <a:pt x="1136286" y="4811405"/>
                </a:lnTo>
                <a:cubicBezTo>
                  <a:pt x="1136286" y="4807934"/>
                  <a:pt x="1133944" y="4805627"/>
                  <a:pt x="1130432" y="4805627"/>
                </a:cubicBezTo>
                <a:lnTo>
                  <a:pt x="1128093" y="4805627"/>
                </a:lnTo>
                <a:lnTo>
                  <a:pt x="1127824" y="4805359"/>
                </a:lnTo>
                <a:close/>
                <a:moveTo>
                  <a:pt x="891921" y="4802455"/>
                </a:moveTo>
                <a:cubicBezTo>
                  <a:pt x="848338" y="4802455"/>
                  <a:pt x="819860" y="4834118"/>
                  <a:pt x="819860" y="4877990"/>
                </a:cubicBezTo>
                <a:cubicBezTo>
                  <a:pt x="819860" y="4921862"/>
                  <a:pt x="848338" y="4953533"/>
                  <a:pt x="893950" y="4953533"/>
                </a:cubicBezTo>
                <a:cubicBezTo>
                  <a:pt x="904845" y="4953533"/>
                  <a:pt x="914796" y="4951553"/>
                  <a:pt x="923594" y="4947899"/>
                </a:cubicBezTo>
                <a:lnTo>
                  <a:pt x="924072" y="4947569"/>
                </a:lnTo>
                <a:lnTo>
                  <a:pt x="924870" y="4947419"/>
                </a:lnTo>
                <a:cubicBezTo>
                  <a:pt x="951435" y="4936512"/>
                  <a:pt x="967554" y="4910608"/>
                  <a:pt x="967554" y="4877877"/>
                </a:cubicBezTo>
                <a:cubicBezTo>
                  <a:pt x="967554" y="4845146"/>
                  <a:pt x="951435" y="4819246"/>
                  <a:pt x="924009" y="4808342"/>
                </a:cubicBezTo>
                <a:lnTo>
                  <a:pt x="922788" y="4808122"/>
                </a:lnTo>
                <a:lnTo>
                  <a:pt x="922738" y="4808088"/>
                </a:lnTo>
                <a:cubicBezTo>
                  <a:pt x="913655" y="4804434"/>
                  <a:pt x="903323" y="4802455"/>
                  <a:pt x="891921" y="4802455"/>
                </a:cubicBezTo>
                <a:close/>
                <a:moveTo>
                  <a:pt x="725444" y="4802455"/>
                </a:moveTo>
                <a:cubicBezTo>
                  <a:pt x="708302" y="4802455"/>
                  <a:pt x="688256" y="4805359"/>
                  <a:pt x="667046" y="4812907"/>
                </a:cubicBezTo>
                <a:lnTo>
                  <a:pt x="666934" y="4813086"/>
                </a:lnTo>
                <a:lnTo>
                  <a:pt x="666651" y="4813136"/>
                </a:lnTo>
                <a:cubicBezTo>
                  <a:pt x="662557" y="4814581"/>
                  <a:pt x="659335" y="4818052"/>
                  <a:pt x="659335" y="4824699"/>
                </a:cubicBezTo>
                <a:lnTo>
                  <a:pt x="659335" y="4944348"/>
                </a:lnTo>
                <a:lnTo>
                  <a:pt x="659778" y="4944785"/>
                </a:lnTo>
                <a:lnTo>
                  <a:pt x="659778" y="4944812"/>
                </a:lnTo>
                <a:cubicBezTo>
                  <a:pt x="659778" y="4948301"/>
                  <a:pt x="662104" y="4950628"/>
                  <a:pt x="665594" y="4950628"/>
                </a:cubicBezTo>
                <a:lnTo>
                  <a:pt x="691737" y="4950628"/>
                </a:lnTo>
                <a:cubicBezTo>
                  <a:pt x="695226" y="4950628"/>
                  <a:pt x="697553" y="4948301"/>
                  <a:pt x="697553" y="4944812"/>
                </a:cubicBezTo>
                <a:lnTo>
                  <a:pt x="697553" y="4847194"/>
                </a:lnTo>
                <a:lnTo>
                  <a:pt x="704449" y="4839717"/>
                </a:lnTo>
                <a:lnTo>
                  <a:pt x="726010" y="4837419"/>
                </a:lnTo>
                <a:lnTo>
                  <a:pt x="746014" y="4843168"/>
                </a:lnTo>
                <a:lnTo>
                  <a:pt x="754203" y="4862009"/>
                </a:lnTo>
                <a:lnTo>
                  <a:pt x="754203" y="4944812"/>
                </a:lnTo>
                <a:cubicBezTo>
                  <a:pt x="754203" y="4948301"/>
                  <a:pt x="756529" y="4950628"/>
                  <a:pt x="760019" y="4950628"/>
                </a:cubicBezTo>
                <a:lnTo>
                  <a:pt x="786161" y="4950628"/>
                </a:lnTo>
                <a:cubicBezTo>
                  <a:pt x="789651" y="4950628"/>
                  <a:pt x="791977" y="4948301"/>
                  <a:pt x="791977" y="4944812"/>
                </a:cubicBezTo>
                <a:lnTo>
                  <a:pt x="791977" y="4944762"/>
                </a:lnTo>
                <a:lnTo>
                  <a:pt x="792396" y="4944348"/>
                </a:lnTo>
                <a:lnTo>
                  <a:pt x="792396" y="4857065"/>
                </a:lnTo>
                <a:cubicBezTo>
                  <a:pt x="792396" y="4839438"/>
                  <a:pt x="786911" y="4825856"/>
                  <a:pt x="775798" y="4816682"/>
                </a:cubicBezTo>
                <a:lnTo>
                  <a:pt x="775550" y="4816558"/>
                </a:lnTo>
                <a:lnTo>
                  <a:pt x="775487" y="4816471"/>
                </a:lnTo>
                <a:cubicBezTo>
                  <a:pt x="764446" y="4807248"/>
                  <a:pt x="747813" y="4802455"/>
                  <a:pt x="725444" y="4802455"/>
                </a:cubicBezTo>
                <a:close/>
                <a:moveTo>
                  <a:pt x="559835" y="4802455"/>
                </a:moveTo>
                <a:cubicBezTo>
                  <a:pt x="548869" y="4802455"/>
                  <a:pt x="538720" y="4804289"/>
                  <a:pt x="529663" y="4807762"/>
                </a:cubicBezTo>
                <a:lnTo>
                  <a:pt x="529596" y="4807805"/>
                </a:lnTo>
                <a:lnTo>
                  <a:pt x="528373" y="4808018"/>
                </a:lnTo>
                <a:cubicBezTo>
                  <a:pt x="501027" y="4818381"/>
                  <a:pt x="483587" y="4843416"/>
                  <a:pt x="483587" y="4877877"/>
                </a:cubicBezTo>
                <a:cubicBezTo>
                  <a:pt x="483587" y="4912775"/>
                  <a:pt x="498720" y="4937596"/>
                  <a:pt x="526397" y="4947825"/>
                </a:cubicBezTo>
                <a:lnTo>
                  <a:pt x="527143" y="4947947"/>
                </a:lnTo>
                <a:lnTo>
                  <a:pt x="527701" y="4948307"/>
                </a:lnTo>
                <a:cubicBezTo>
                  <a:pt x="536867" y="4951735"/>
                  <a:pt x="547417" y="4953533"/>
                  <a:pt x="559257" y="4953533"/>
                </a:cubicBezTo>
                <a:cubicBezTo>
                  <a:pt x="578429" y="4953533"/>
                  <a:pt x="597023" y="4950331"/>
                  <a:pt x="617069" y="4941908"/>
                </a:cubicBezTo>
                <a:cubicBezTo>
                  <a:pt x="621723" y="4939879"/>
                  <a:pt x="624338" y="4936678"/>
                  <a:pt x="624338" y="4930284"/>
                </a:cubicBezTo>
                <a:lnTo>
                  <a:pt x="624338" y="4824821"/>
                </a:lnTo>
                <a:cubicBezTo>
                  <a:pt x="624338" y="4818138"/>
                  <a:pt x="621723" y="4814946"/>
                  <a:pt x="617069" y="4813204"/>
                </a:cubicBezTo>
                <a:cubicBezTo>
                  <a:pt x="597898" y="4805936"/>
                  <a:pt x="579880" y="4802455"/>
                  <a:pt x="559835" y="4802455"/>
                </a:cubicBezTo>
                <a:close/>
                <a:moveTo>
                  <a:pt x="398012" y="4801292"/>
                </a:moveTo>
                <a:lnTo>
                  <a:pt x="396528" y="4801750"/>
                </a:lnTo>
                <a:lnTo>
                  <a:pt x="395863" y="4801582"/>
                </a:lnTo>
                <a:cubicBezTo>
                  <a:pt x="356679" y="4801582"/>
                  <a:pt x="331528" y="4822385"/>
                  <a:pt x="331528" y="4853603"/>
                </a:cubicBezTo>
                <a:cubicBezTo>
                  <a:pt x="331528" y="4914871"/>
                  <a:pt x="425688" y="4891154"/>
                  <a:pt x="425688" y="4933656"/>
                </a:cubicBezTo>
                <a:cubicBezTo>
                  <a:pt x="425688" y="4937989"/>
                  <a:pt x="425107" y="4940590"/>
                  <a:pt x="423937" y="4944348"/>
                </a:cubicBezTo>
                <a:cubicBezTo>
                  <a:pt x="423646" y="4944931"/>
                  <a:pt x="423646" y="4945505"/>
                  <a:pt x="423646" y="4946089"/>
                </a:cubicBezTo>
                <a:cubicBezTo>
                  <a:pt x="423646" y="4948394"/>
                  <a:pt x="425107" y="4950134"/>
                  <a:pt x="428030" y="4950134"/>
                </a:cubicBezTo>
                <a:lnTo>
                  <a:pt x="429441" y="4950134"/>
                </a:lnTo>
                <a:lnTo>
                  <a:pt x="429970" y="4950628"/>
                </a:lnTo>
                <a:lnTo>
                  <a:pt x="456122" y="4950628"/>
                </a:lnTo>
                <a:cubicBezTo>
                  <a:pt x="460477" y="4950628"/>
                  <a:pt x="462217" y="4949176"/>
                  <a:pt x="463669" y="4944812"/>
                </a:cubicBezTo>
                <a:cubicBezTo>
                  <a:pt x="465419" y="4939879"/>
                  <a:pt x="465995" y="4933196"/>
                  <a:pt x="465995" y="4928255"/>
                </a:cubicBezTo>
                <a:cubicBezTo>
                  <a:pt x="465995" y="4862299"/>
                  <a:pt x="372446" y="4878177"/>
                  <a:pt x="372446" y="4850972"/>
                </a:cubicBezTo>
                <a:cubicBezTo>
                  <a:pt x="372446" y="4846523"/>
                  <a:pt x="374698" y="4842891"/>
                  <a:pt x="378875" y="4840371"/>
                </a:cubicBezTo>
                <a:lnTo>
                  <a:pt x="395405" y="4836760"/>
                </a:lnTo>
                <a:lnTo>
                  <a:pt x="438849" y="4849557"/>
                </a:lnTo>
                <a:cubicBezTo>
                  <a:pt x="440310" y="4850418"/>
                  <a:pt x="441772" y="4850714"/>
                  <a:pt x="443233" y="4850714"/>
                </a:cubicBezTo>
                <a:lnTo>
                  <a:pt x="443816" y="4850348"/>
                </a:lnTo>
                <a:lnTo>
                  <a:pt x="445075" y="4850684"/>
                </a:lnTo>
                <a:cubicBezTo>
                  <a:pt x="447690" y="4850684"/>
                  <a:pt x="450306" y="4849231"/>
                  <a:pt x="451468" y="4846616"/>
                </a:cubicBezTo>
                <a:lnTo>
                  <a:pt x="460477" y="4827435"/>
                </a:lnTo>
                <a:cubicBezTo>
                  <a:pt x="461318" y="4825652"/>
                  <a:pt x="461640" y="4823954"/>
                  <a:pt x="461640" y="4822502"/>
                </a:cubicBezTo>
                <a:cubicBezTo>
                  <a:pt x="461640" y="4820176"/>
                  <a:pt x="460486" y="4817858"/>
                  <a:pt x="458151" y="4816686"/>
                </a:cubicBezTo>
                <a:cubicBezTo>
                  <a:pt x="440142" y="4806226"/>
                  <a:pt x="418636" y="4801292"/>
                  <a:pt x="398012" y="4801292"/>
                </a:cubicBezTo>
                <a:close/>
                <a:moveTo>
                  <a:pt x="1053744" y="4747249"/>
                </a:moveTo>
                <a:cubicBezTo>
                  <a:pt x="1017718" y="4747249"/>
                  <a:pt x="994182" y="4766420"/>
                  <a:pt x="994182" y="4808264"/>
                </a:cubicBezTo>
                <a:lnTo>
                  <a:pt x="994182" y="4944812"/>
                </a:lnTo>
                <a:cubicBezTo>
                  <a:pt x="994182" y="4948301"/>
                  <a:pt x="996508" y="4950628"/>
                  <a:pt x="999998" y="4950628"/>
                </a:cubicBezTo>
                <a:lnTo>
                  <a:pt x="1025852" y="4950628"/>
                </a:lnTo>
                <a:lnTo>
                  <a:pt x="1026345" y="4950134"/>
                </a:lnTo>
                <a:lnTo>
                  <a:pt x="1027795" y="4950134"/>
                </a:lnTo>
                <a:cubicBezTo>
                  <a:pt x="1031307" y="4950134"/>
                  <a:pt x="1033640" y="4947819"/>
                  <a:pt x="1033640" y="4944348"/>
                </a:cubicBezTo>
                <a:lnTo>
                  <a:pt x="1033640" y="4837419"/>
                </a:lnTo>
                <a:lnTo>
                  <a:pt x="1070781" y="4837419"/>
                </a:lnTo>
                <a:cubicBezTo>
                  <a:pt x="1074584" y="4837419"/>
                  <a:pt x="1076626" y="4835105"/>
                  <a:pt x="1076626" y="4831634"/>
                </a:cubicBezTo>
                <a:lnTo>
                  <a:pt x="1076626" y="4811692"/>
                </a:lnTo>
                <a:cubicBezTo>
                  <a:pt x="1076626" y="4807934"/>
                  <a:pt x="1074584" y="4805627"/>
                  <a:pt x="1070781" y="4805627"/>
                </a:cubicBezTo>
                <a:lnTo>
                  <a:pt x="1068815" y="4805627"/>
                </a:lnTo>
                <a:lnTo>
                  <a:pt x="1068560" y="4805359"/>
                </a:lnTo>
                <a:lnTo>
                  <a:pt x="1033640" y="4805359"/>
                </a:lnTo>
                <a:lnTo>
                  <a:pt x="1033640" y="4802443"/>
                </a:lnTo>
                <a:cubicBezTo>
                  <a:pt x="1033640" y="4786548"/>
                  <a:pt x="1040664" y="4778457"/>
                  <a:pt x="1056749" y="4778457"/>
                </a:cubicBezTo>
                <a:cubicBezTo>
                  <a:pt x="1062594" y="4778457"/>
                  <a:pt x="1068893" y="4779901"/>
                  <a:pt x="1071072" y="4779901"/>
                </a:cubicBezTo>
                <a:cubicBezTo>
                  <a:pt x="1074584" y="4779901"/>
                  <a:pt x="1076046" y="4777882"/>
                  <a:pt x="1076626" y="4774411"/>
                </a:cubicBezTo>
                <a:lnTo>
                  <a:pt x="1079557" y="4759385"/>
                </a:lnTo>
                <a:cubicBezTo>
                  <a:pt x="1079814" y="4758050"/>
                  <a:pt x="1080138" y="4756876"/>
                  <a:pt x="1080138" y="4755627"/>
                </a:cubicBezTo>
                <a:cubicBezTo>
                  <a:pt x="1080138" y="4752417"/>
                  <a:pt x="1078387" y="4750711"/>
                  <a:pt x="1074293" y="4749848"/>
                </a:cubicBezTo>
                <a:lnTo>
                  <a:pt x="1072405" y="4749641"/>
                </a:lnTo>
                <a:lnTo>
                  <a:pt x="1072049" y="4749285"/>
                </a:lnTo>
                <a:cubicBezTo>
                  <a:pt x="1066233" y="4747834"/>
                  <a:pt x="1059942" y="4747249"/>
                  <a:pt x="1053744" y="4747249"/>
                </a:cubicBezTo>
                <a:close/>
                <a:moveTo>
                  <a:pt x="1115152" y="4747131"/>
                </a:moveTo>
                <a:cubicBezTo>
                  <a:pt x="1102948" y="4747139"/>
                  <a:pt x="1095102" y="4754688"/>
                  <a:pt x="1095105" y="4767478"/>
                </a:cubicBezTo>
                <a:cubicBezTo>
                  <a:pt x="1095102" y="4779971"/>
                  <a:pt x="1102948" y="4787811"/>
                  <a:pt x="1116018" y="4787818"/>
                </a:cubicBezTo>
                <a:cubicBezTo>
                  <a:pt x="1127933" y="4787817"/>
                  <a:pt x="1136071" y="4779974"/>
                  <a:pt x="1136066" y="4767481"/>
                </a:cubicBezTo>
                <a:cubicBezTo>
                  <a:pt x="1136071" y="4754690"/>
                  <a:pt x="1127933" y="4747137"/>
                  <a:pt x="1115152" y="4747131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5" name="Espace réservé du texte 5">
            <a:extLst>
              <a:ext uri="{FF2B5EF4-FFF2-40B4-BE49-F238E27FC236}">
                <a16:creationId xmlns:a16="http://schemas.microsoft.com/office/drawing/2014/main" id="{EF5BFE2C-3893-4574-8E43-0A067887093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04951" y="2617811"/>
            <a:ext cx="3077548" cy="403469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000"/>
              </a:spcAft>
              <a:defRPr lang="en-US" sz="2500" b="0" i="1" kern="1200" dirty="0">
                <a:solidFill>
                  <a:schemeClr val="accent2"/>
                </a:solidFill>
                <a:latin typeface="Sanofi Serif" panose="02060503060201090102" pitchFamily="18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78550" indent="0" algn="ctr">
              <a:lnSpc>
                <a:spcPct val="100000"/>
              </a:lnSpc>
              <a:buFont typeface="Arial" panose="020B0604020202020204" pitchFamily="34" charset="0"/>
              <a:buNone/>
              <a:defRPr sz="2500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000"/>
              </a:spcBef>
              <a:defRPr/>
            </a:lvl3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6" name="Espace réservé du texte 5">
            <a:extLst>
              <a:ext uri="{FF2B5EF4-FFF2-40B4-BE49-F238E27FC236}">
                <a16:creationId xmlns:a16="http://schemas.microsoft.com/office/drawing/2014/main" id="{E331AD24-1AAB-440A-917D-3BB2B9658D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04951" y="3085124"/>
            <a:ext cx="3077548" cy="248433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000"/>
              </a:spcAft>
              <a:defRPr lang="en-US" sz="1400" b="0" i="0" kern="1200" dirty="0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78550" indent="0" algn="l">
              <a:lnSpc>
                <a:spcPct val="100000"/>
              </a:lnSpc>
              <a:buFont typeface="Arial" panose="020B0604020202020204" pitchFamily="34" charset="0"/>
              <a:buNone/>
              <a:defRPr lang="en-US" sz="12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000"/>
              </a:spcBef>
              <a:defRPr/>
            </a:lvl3pPr>
          </a:lstStyle>
          <a:p>
            <a:pPr lvl="0"/>
            <a:r>
              <a:rPr lang="fr-FR" dirty="0"/>
              <a:t>Intro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4110FB-0C00-9F41-F9F7-EB50B29B5B56}"/>
              </a:ext>
            </a:extLst>
          </p:cNvPr>
          <p:cNvSpPr>
            <a:spLocks noGrp="1"/>
          </p:cNvSpPr>
          <p:nvPr>
            <p:ph type="dt" sz="half" idx="28"/>
          </p:nvPr>
        </p:nvSpPr>
        <p:spPr>
          <a:xfrm>
            <a:off x="6167720" y="4827335"/>
            <a:ext cx="1626918" cy="166629"/>
          </a:xfrm>
        </p:spPr>
        <p:txBody>
          <a:bodyPr/>
          <a:lstStyle>
            <a:lvl1pPr algn="ctr">
              <a:defRPr/>
            </a:lvl1pPr>
          </a:lstStyle>
          <a:p>
            <a:fld id="{E63B1AEB-DB77-42F9-860B-357ECFE183EA}" type="datetime1">
              <a:rPr lang="en-US" smtClean="0"/>
              <a:t>2/1/2026</a:t>
            </a:fld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C9788C5-8153-9ED6-4364-D840EC9DF5F8}"/>
              </a:ext>
            </a:extLst>
          </p:cNvPr>
          <p:cNvCxnSpPr>
            <a:cxnSpLocks/>
          </p:cNvCxnSpPr>
          <p:nvPr userDrawn="1"/>
        </p:nvCxnSpPr>
        <p:spPr>
          <a:xfrm>
            <a:off x="-556260" y="160020"/>
            <a:ext cx="499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1F1F229-D3A6-1B2C-E1A2-3AE65085B42C}"/>
              </a:ext>
            </a:extLst>
          </p:cNvPr>
          <p:cNvSpPr txBox="1"/>
          <p:nvPr userDrawn="1"/>
        </p:nvSpPr>
        <p:spPr>
          <a:xfrm>
            <a:off x="-2436695" y="45636"/>
            <a:ext cx="1786192" cy="5001369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Sanofi Sans" panose="02010503030201020103" pitchFamily="2" charset="77"/>
              </a:rPr>
              <a:t>How to add an image: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Click on the icon inside the image placeholder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Select the image you want to use from your computer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Click “Open”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Adjust or crop the image if necessary by using the button “Crop” in the top ribbon.</a:t>
            </a:r>
          </a:p>
          <a:p>
            <a:pPr marL="171450" indent="-171450">
              <a:buFontTx/>
              <a:buChar char="-"/>
            </a:pPr>
            <a:endParaRPr lang="en-US" sz="1100" dirty="0">
              <a:latin typeface="Sanofi Sans" panose="02010503030201020103" pitchFamily="2" charset="77"/>
            </a:endParaRPr>
          </a:p>
          <a:p>
            <a:pPr marL="0" indent="0">
              <a:buFontTx/>
              <a:buNone/>
            </a:pPr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r>
              <a:rPr lang="en-US" sz="1100" b="1" dirty="0">
                <a:latin typeface="Sanofi Sans" panose="02010503030201020103" pitchFamily="2" charset="77"/>
              </a:rPr>
              <a:t>Add Alt Text or mark as decorative: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Right click on the image and select “View Alt Text”.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Type in the blank field that appears on the right of the slide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If Alt Text isn’t relevant, tick the box to “Mark element as decorative”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66E39-4298-5EBC-A059-10DC553757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169241" y="2507594"/>
            <a:ext cx="307086" cy="622046"/>
          </a:xfrm>
          <a:prstGeom prst="rect">
            <a:avLst/>
          </a:prstGeom>
        </p:spPr>
      </p:pic>
      <p:sp>
        <p:nvSpPr>
          <p:cNvPr id="12" name="Espace réservé du graphique SmartArt 11">
            <a:extLst>
              <a:ext uri="{FF2B5EF4-FFF2-40B4-BE49-F238E27FC236}">
                <a16:creationId xmlns:a16="http://schemas.microsoft.com/office/drawing/2014/main" id="{0F580B26-21D6-4630-AE3D-FB359C1C8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6912231" y="1426436"/>
            <a:ext cx="72515" cy="72000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/>
              <a:t>Cliquez sur l'icône pour ajouter un graphique SmartArt</a:t>
            </a:r>
          </a:p>
        </p:txBody>
      </p:sp>
      <p:sp>
        <p:nvSpPr>
          <p:cNvPr id="17" name="Espace réservé du graphique SmartArt 11">
            <a:extLst>
              <a:ext uri="{FF2B5EF4-FFF2-40B4-BE49-F238E27FC236}">
                <a16:creationId xmlns:a16="http://schemas.microsoft.com/office/drawing/2014/main" id="{16B17374-481A-4CE6-8974-CA84865A0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dgm" sz="quarter" idx="19" hasCustomPrompt="1"/>
          </p:nvPr>
        </p:nvSpPr>
        <p:spPr>
          <a:xfrm>
            <a:off x="6912231" y="3645065"/>
            <a:ext cx="72515" cy="72000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dirty="0"/>
              <a:t>l'icône pour ajouter un graphique SmartArt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C4A45050-8DAA-256F-164F-C7D3B40D5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8336226" y="5385122"/>
            <a:ext cx="476250" cy="205743"/>
          </a:xfrm>
        </p:spPr>
        <p:txBody>
          <a:bodyPr/>
          <a:lstStyle/>
          <a:p>
            <a:fld id="{6B54B0F7-55DD-40D6-B7F4-70B586885C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72D02FD0-8CDC-7C97-2AE2-28ECAD145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1671799" y="5427541"/>
            <a:ext cx="4480560" cy="16663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CF060A2-7839-14BE-1DA8-DA92ADE5B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4950" y="1840117"/>
            <a:ext cx="3077549" cy="720000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88089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sposition personnalisé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57ABA74F-C66E-EFE5-0037-1BE55A1D41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87364" y="-1249252"/>
            <a:ext cx="6930150" cy="5491643"/>
          </a:xfrm>
        </p:spPr>
        <p:txBody>
          <a:bodyPr/>
          <a:lstStyle>
            <a:lvl1pPr algn="r">
              <a:defRPr sz="40000" b="0" i="1">
                <a:ln w="12700">
                  <a:solidFill>
                    <a:schemeClr val="bg1"/>
                  </a:solidFill>
                </a:ln>
                <a:noFill/>
                <a:latin typeface="Sanofi Serif" panose="02060503060201090102" pitchFamily="18" charset="77"/>
              </a:defRPr>
            </a:lvl1pPr>
          </a:lstStyle>
          <a:p>
            <a:pPr lvl="0"/>
            <a:r>
              <a:rPr lang="fr-FR" dirty="0"/>
              <a:t>01</a:t>
            </a:r>
            <a:endParaRPr lang="en-GB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850C01E-EF42-C727-E5CD-F9340FE9C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851" y="1522616"/>
            <a:ext cx="4667694" cy="2098268"/>
          </a:xfrm>
        </p:spPr>
        <p:txBody>
          <a:bodyPr/>
          <a:lstStyle>
            <a:lvl1pPr>
              <a:lnSpc>
                <a:spcPct val="100000"/>
              </a:lnSpc>
              <a:defRPr sz="6600" b="0" i="1">
                <a:solidFill>
                  <a:schemeClr val="bg1"/>
                </a:solidFill>
                <a:latin typeface="Sanofi Serif" panose="02060503060201090102" pitchFamily="18" charset="77"/>
              </a:defRPr>
            </a:lvl1pPr>
          </a:lstStyle>
          <a:p>
            <a:r>
              <a:rPr lang="fr-FR" dirty="0"/>
              <a:t>Principal </a:t>
            </a:r>
            <a:br>
              <a:rPr lang="fr-FR" dirty="0"/>
            </a:br>
            <a:r>
              <a:rPr lang="fr-FR" dirty="0" err="1"/>
              <a:t>title</a:t>
            </a:r>
            <a:endParaRPr lang="en-GB" dirty="0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F81BE6B8-FAD9-FE7C-47CE-02BAB1E1BA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9850" y="3727450"/>
            <a:ext cx="2449867" cy="66013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r>
              <a:rPr lang="fr-FR" dirty="0"/>
              <a:t> </a:t>
            </a:r>
          </a:p>
          <a:p>
            <a:pPr lvl="0"/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 </a:t>
            </a:r>
            <a:r>
              <a:rPr lang="fr-FR" dirty="0" err="1"/>
              <a:t>nonummy</a:t>
            </a:r>
            <a:r>
              <a:rPr lang="fr-FR" dirty="0"/>
              <a:t> </a:t>
            </a:r>
            <a:r>
              <a:rPr lang="fr-FR" dirty="0" err="1"/>
              <a:t>nibh</a:t>
            </a:r>
            <a:r>
              <a:rPr lang="fr-FR" dirty="0"/>
              <a:t> </a:t>
            </a:r>
          </a:p>
          <a:p>
            <a:pPr lvl="0"/>
            <a:r>
              <a:rPr lang="fr-FR" dirty="0" err="1"/>
              <a:t>euismod</a:t>
            </a:r>
            <a:r>
              <a:rPr lang="fr-FR" dirty="0"/>
              <a:t> </a:t>
            </a:r>
            <a:r>
              <a:rPr lang="fr-FR" dirty="0" err="1"/>
              <a:t>tincidunt</a:t>
            </a:r>
            <a:r>
              <a:rPr lang="fr-FR" dirty="0"/>
              <a:t> ut </a:t>
            </a:r>
            <a:r>
              <a:rPr lang="fr-FR" dirty="0" err="1"/>
              <a:t>laoreet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magna </a:t>
            </a:r>
          </a:p>
          <a:p>
            <a:pPr lvl="0"/>
            <a:r>
              <a:rPr lang="fr-FR" dirty="0" err="1"/>
              <a:t>aliquam</a:t>
            </a:r>
            <a:r>
              <a:rPr lang="fr-FR" dirty="0"/>
              <a:t> erat </a:t>
            </a:r>
            <a:r>
              <a:rPr lang="fr-FR" dirty="0" err="1"/>
              <a:t>volutpat</a:t>
            </a:r>
            <a:r>
              <a:rPr lang="fr-FR" dirty="0"/>
              <a:t>. Ut </a:t>
            </a:r>
            <a:r>
              <a:rPr lang="fr-FR" dirty="0" err="1"/>
              <a:t>wisi</a:t>
            </a:r>
            <a:r>
              <a:rPr lang="fr-FR" dirty="0"/>
              <a:t> </a:t>
            </a:r>
            <a:r>
              <a:rPr lang="fr-FR" dirty="0" err="1"/>
              <a:t>enim</a:t>
            </a:r>
            <a:r>
              <a:rPr lang="fr-FR" dirty="0"/>
              <a:t>.</a:t>
            </a:r>
            <a:endParaRPr lang="en-GB" dirty="0"/>
          </a:p>
        </p:txBody>
      </p:sp>
      <p:grpSp>
        <p:nvGrpSpPr>
          <p:cNvPr id="26" name="Graphique 7">
            <a:extLst>
              <a:ext uri="{FF2B5EF4-FFF2-40B4-BE49-F238E27FC236}">
                <a16:creationId xmlns:a16="http://schemas.microsoft.com/office/drawing/2014/main" id="{9E03425A-7F67-1080-0C87-C9427ACA410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31624" y="4747145"/>
            <a:ext cx="803890" cy="206313"/>
            <a:chOff x="4768103" y="-471733"/>
            <a:chExt cx="744723" cy="191124"/>
          </a:xfrm>
          <a:solidFill>
            <a:schemeClr val="bg1"/>
          </a:solidFill>
        </p:grpSpPr>
        <p:sp>
          <p:nvSpPr>
            <p:cNvPr id="27" name="Forme libre : forme 9">
              <a:extLst>
                <a:ext uri="{FF2B5EF4-FFF2-40B4-BE49-F238E27FC236}">
                  <a16:creationId xmlns:a16="http://schemas.microsoft.com/office/drawing/2014/main" id="{92D99901-E2C4-4DCF-8B94-F24662AEAF2D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 : forme 10">
              <a:extLst>
                <a:ext uri="{FF2B5EF4-FFF2-40B4-BE49-F238E27FC236}">
                  <a16:creationId xmlns:a16="http://schemas.microsoft.com/office/drawing/2014/main" id="{BA6BC5B4-B7F5-CAED-265A-6E3DCDC0486E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>
                <a:solidFill>
                  <a:schemeClr val="accent2"/>
                </a:solidFill>
              </a:endParaRPr>
            </a:p>
          </p:txBody>
        </p:sp>
        <p:sp>
          <p:nvSpPr>
            <p:cNvPr id="29" name="Forme libre : forme 11">
              <a:extLst>
                <a:ext uri="{FF2B5EF4-FFF2-40B4-BE49-F238E27FC236}">
                  <a16:creationId xmlns:a16="http://schemas.microsoft.com/office/drawing/2014/main" id="{43E439A8-F103-3AB5-2494-CE44E3478A0E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6564605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57ABA74F-C66E-EFE5-0037-1BE55A1D41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87364" y="-1249252"/>
            <a:ext cx="6930150" cy="5491643"/>
          </a:xfrm>
        </p:spPr>
        <p:txBody>
          <a:bodyPr/>
          <a:lstStyle>
            <a:lvl1pPr algn="r">
              <a:defRPr sz="40000" b="0" i="1">
                <a:ln w="12700">
                  <a:solidFill>
                    <a:schemeClr val="accent2"/>
                  </a:solidFill>
                </a:ln>
                <a:noFill/>
                <a:latin typeface="Sanofi Serif" panose="02060503060201090102" pitchFamily="18" charset="77"/>
              </a:defRPr>
            </a:lvl1pPr>
          </a:lstStyle>
          <a:p>
            <a:pPr lvl="0"/>
            <a:r>
              <a:rPr lang="fr-FR" dirty="0"/>
              <a:t>01</a:t>
            </a:r>
            <a:endParaRPr lang="en-GB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850C01E-EF42-C727-E5CD-F9340FE9C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851" y="1522616"/>
            <a:ext cx="4667694" cy="2098268"/>
          </a:xfrm>
        </p:spPr>
        <p:txBody>
          <a:bodyPr/>
          <a:lstStyle>
            <a:lvl1pPr>
              <a:lnSpc>
                <a:spcPct val="100000"/>
              </a:lnSpc>
              <a:defRPr sz="6600" b="0" i="1">
                <a:latin typeface="Sanofi Serif" panose="02060503060201090102" pitchFamily="18" charset="77"/>
              </a:defRPr>
            </a:lvl1pPr>
          </a:lstStyle>
          <a:p>
            <a:r>
              <a:rPr lang="fr-FR" dirty="0"/>
              <a:t>Principal </a:t>
            </a:r>
            <a:br>
              <a:rPr lang="fr-FR" dirty="0"/>
            </a:br>
            <a:r>
              <a:rPr lang="fr-FR" dirty="0" err="1"/>
              <a:t>title</a:t>
            </a:r>
            <a:endParaRPr lang="en-GB" dirty="0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F81BE6B8-FAD9-FE7C-47CE-02BAB1E1BA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9850" y="3727450"/>
            <a:ext cx="2449867" cy="660133"/>
          </a:xfrm>
        </p:spPr>
        <p:txBody>
          <a:bodyPr/>
          <a:lstStyle>
            <a:lvl1pPr>
              <a:defRPr sz="800"/>
            </a:lvl1pPr>
          </a:lstStyle>
          <a:p>
            <a:pPr lvl="0"/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r>
              <a:rPr lang="fr-FR" dirty="0"/>
              <a:t> </a:t>
            </a:r>
          </a:p>
          <a:p>
            <a:pPr lvl="0"/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 </a:t>
            </a:r>
            <a:r>
              <a:rPr lang="fr-FR" dirty="0" err="1"/>
              <a:t>nonummy</a:t>
            </a:r>
            <a:r>
              <a:rPr lang="fr-FR" dirty="0"/>
              <a:t> </a:t>
            </a:r>
            <a:r>
              <a:rPr lang="fr-FR" dirty="0" err="1"/>
              <a:t>nibh</a:t>
            </a:r>
            <a:r>
              <a:rPr lang="fr-FR" dirty="0"/>
              <a:t> </a:t>
            </a:r>
          </a:p>
          <a:p>
            <a:pPr lvl="0"/>
            <a:r>
              <a:rPr lang="fr-FR" dirty="0" err="1"/>
              <a:t>euismod</a:t>
            </a:r>
            <a:r>
              <a:rPr lang="fr-FR" dirty="0"/>
              <a:t> </a:t>
            </a:r>
            <a:r>
              <a:rPr lang="fr-FR" dirty="0" err="1"/>
              <a:t>tincidunt</a:t>
            </a:r>
            <a:r>
              <a:rPr lang="fr-FR" dirty="0"/>
              <a:t> ut </a:t>
            </a:r>
            <a:r>
              <a:rPr lang="fr-FR" dirty="0" err="1"/>
              <a:t>laoreet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magna </a:t>
            </a:r>
          </a:p>
          <a:p>
            <a:pPr lvl="0"/>
            <a:r>
              <a:rPr lang="fr-FR" dirty="0" err="1"/>
              <a:t>aliquam</a:t>
            </a:r>
            <a:r>
              <a:rPr lang="fr-FR" dirty="0"/>
              <a:t> erat </a:t>
            </a:r>
            <a:r>
              <a:rPr lang="fr-FR" dirty="0" err="1"/>
              <a:t>volutpat</a:t>
            </a:r>
            <a:r>
              <a:rPr lang="fr-FR" dirty="0"/>
              <a:t>. Ut </a:t>
            </a:r>
            <a:r>
              <a:rPr lang="fr-FR" dirty="0" err="1"/>
              <a:t>wisi</a:t>
            </a:r>
            <a:r>
              <a:rPr lang="fr-FR" dirty="0"/>
              <a:t> </a:t>
            </a:r>
            <a:r>
              <a:rPr lang="fr-FR" dirty="0" err="1"/>
              <a:t>enim</a:t>
            </a:r>
            <a:r>
              <a:rPr lang="fr-FR" dirty="0"/>
              <a:t>.</a:t>
            </a:r>
            <a:endParaRPr lang="en-GB" dirty="0"/>
          </a:p>
        </p:txBody>
      </p:sp>
      <p:grpSp>
        <p:nvGrpSpPr>
          <p:cNvPr id="8" name="Graphique 7">
            <a:extLst>
              <a:ext uri="{FF2B5EF4-FFF2-40B4-BE49-F238E27FC236}">
                <a16:creationId xmlns:a16="http://schemas.microsoft.com/office/drawing/2014/main" id="{68A3B301-76F0-AA3C-7965-A5B8CC86640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25849" y="4746063"/>
            <a:ext cx="810836" cy="208096"/>
            <a:chOff x="4768103" y="-471733"/>
            <a:chExt cx="744723" cy="191124"/>
          </a:xfrm>
          <a:solidFill>
            <a:srgbClr val="FFFFFF"/>
          </a:solidFill>
        </p:grpSpPr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CACFAD3-D5A9-4588-DB03-D526F6CCAAF5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7095B49C-9DE8-38CB-968C-3DA765CEA848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rgbClr val="7A00E6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>
                <a:solidFill>
                  <a:schemeClr val="accent2"/>
                </a:solidFill>
              </a:endParaRPr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7C0CA5D7-B7ED-389B-A5B7-873ED03BAE1A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rgbClr val="7A00E6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7889307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20CC99-2862-47B8-AA12-B455F7B7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anofi Sans" panose="02010503030201020103" pitchFamily="2" charset="77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B2003F5C-CB72-4CF3-92F6-48DF799244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333730" y="1071318"/>
            <a:ext cx="8478000" cy="215444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400" b="0" i="1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/>
            </a:lvl2pPr>
            <a:lvl3pPr>
              <a:lnSpc>
                <a:spcPct val="110000"/>
              </a:lnSpc>
              <a:defRPr lang="en-US" sz="1000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noProof="0" dirty="0"/>
              <a:t>Cliquez pour modifier les styles du texte du masque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56171-4788-4B4A-B8DB-98CB348C6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1525" y="1340692"/>
            <a:ext cx="8478000" cy="3209012"/>
          </a:xfrm>
        </p:spPr>
        <p:txBody>
          <a:bodyPr/>
          <a:lstStyle>
            <a:lvl1pPr>
              <a:defRPr>
                <a:latin typeface="Sanofi Sans" panose="02010503030201020103" pitchFamily="2" charset="77"/>
              </a:defRPr>
            </a:lvl1pPr>
            <a:lvl2pPr>
              <a:defRPr>
                <a:latin typeface="Sanofi Sans" panose="02010503030201020103" pitchFamily="2" charset="77"/>
              </a:defRPr>
            </a:lvl2pPr>
            <a:lvl3pPr>
              <a:defRPr>
                <a:latin typeface="Sanofi Sans" panose="02010503030201020103" pitchFamily="2" charset="77"/>
              </a:defRPr>
            </a:lvl3pPr>
            <a:lvl4pPr>
              <a:defRPr>
                <a:latin typeface="Sanofi Sans" panose="02010503030201020103" pitchFamily="2" charset="77"/>
              </a:defRPr>
            </a:lvl4pPr>
            <a:lvl5pPr>
              <a:defRPr>
                <a:latin typeface="Sanofi Sans" panose="02010503030201020103" pitchFamily="2" charset="77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93C29EC-5464-0834-D51C-A9AB8A662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719987" y="5181600"/>
            <a:ext cx="0" cy="307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B5A1BAF-ECC3-7733-68D4-3A81A9838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54" y="6291006"/>
            <a:ext cx="2682186" cy="1256214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40BADD-8356-05B8-7002-0F37FB3E6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525780" y="1455076"/>
            <a:ext cx="499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B960EE43-3B74-E61E-9449-CCBE2DD02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284295" y="2663190"/>
            <a:ext cx="640080" cy="780098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5010A6-951F-D1C6-46D1-4DDD402C1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963618" y="5236845"/>
            <a:ext cx="0" cy="325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B1D4E-EF9E-D9A4-7C5C-51E33DAC1C43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latin typeface="Sanofi Sans" panose="02010503030201020103" pitchFamily="2" charset="77"/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E4111-FD6C-60E8-ED51-6C73EB95F839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latin typeface="Sanofi Sans" panose="02010503030201020103" pitchFamily="2" charset="77"/>
              </a:defRPr>
            </a:lvl1pPr>
          </a:lstStyle>
          <a:p>
            <a:fld id="{2EB1A2A6-018C-487A-80EC-25FC6F1EE24C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642AD8-B0E2-D9ED-F188-1C9CEC86A5E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latin typeface="Sanofi Sans" panose="02010503030201020103" pitchFamily="2" charset="77"/>
              </a:defRPr>
            </a:lvl1pPr>
          </a:lstStyle>
          <a:p>
            <a:fld id="{6B54B0F7-55DD-40D6-B7F4-70B586885C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C67134-0EE3-78D7-1AAC-1E140F4A49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1920" y="5617030"/>
            <a:ext cx="5577840" cy="600164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Sanofi Sans" panose="02010503030201020103" pitchFamily="2" charset="77"/>
              </a:rPr>
              <a:t>Maintain the logo protection area:</a:t>
            </a:r>
          </a:p>
          <a:p>
            <a:r>
              <a:rPr lang="en-US" sz="1100" dirty="0">
                <a:latin typeface="Sanofi Sans" panose="02010503030201020103" pitchFamily="2" charset="77"/>
              </a:rPr>
              <a:t>Please do not allow your content to be too close of over the Sanofi logo. There should always be enough free space around the logo.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337C89-F73C-91C5-3362-802FEEB8AB83}"/>
              </a:ext>
            </a:extLst>
          </p:cNvPr>
          <p:cNvSpPr txBox="1"/>
          <p:nvPr userDrawn="1"/>
        </p:nvSpPr>
        <p:spPr>
          <a:xfrm>
            <a:off x="5819567" y="5618210"/>
            <a:ext cx="3324431" cy="938719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Sanofi Sans" panose="02010503030201020103" pitchFamily="2" charset="77"/>
              </a:rPr>
              <a:t>How to change date format: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Go to the “Insert” tab in the top ribbon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Click on “Header &amp; Footer”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Choose the desired date format from 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the dropdown and save your changes</a:t>
            </a:r>
          </a:p>
        </p:txBody>
      </p:sp>
      <p:pic>
        <p:nvPicPr>
          <p:cNvPr id="16" name="Picture 15" descr="A picture containing text, design&#10;&#10;Description automatically generated">
            <a:extLst>
              <a:ext uri="{FF2B5EF4-FFF2-40B4-BE49-F238E27FC236}">
                <a16:creationId xmlns:a16="http://schemas.microsoft.com/office/drawing/2014/main" id="{2FA72BFB-1765-8281-6423-3EB1C716CE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567" y="6626290"/>
            <a:ext cx="522697" cy="7332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E428517-71C2-A7B0-3EB2-A45AFCB60B02}"/>
              </a:ext>
            </a:extLst>
          </p:cNvPr>
          <p:cNvSpPr txBox="1"/>
          <p:nvPr userDrawn="1"/>
        </p:nvSpPr>
        <p:spPr>
          <a:xfrm>
            <a:off x="-2406215" y="1340692"/>
            <a:ext cx="1786192" cy="2123658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Sanofi Sans" panose="02010503030201020103" pitchFamily="2" charset="77"/>
              </a:rPr>
              <a:t>Using bullets with the indent button:</a:t>
            </a:r>
          </a:p>
          <a:p>
            <a:r>
              <a:rPr lang="en-US" sz="1100" dirty="0">
                <a:latin typeface="Sanofi Sans" panose="02010503030201020103" pitchFamily="2" charset="77"/>
              </a:rPr>
              <a:t>Use the indent button to create the text levels with the appropriate bullet in miracle purple.</a:t>
            </a: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29756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3C3353-532F-470C-976B-DF4E883F1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289130"/>
            <a:ext cx="5733340" cy="720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F3196DAB-B773-4CB8-B0BB-E2663F22689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3730" y="1071318"/>
            <a:ext cx="5733015" cy="215444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400" b="0" i="1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/>
            </a:lvl2pPr>
            <a:lvl3pPr>
              <a:lnSpc>
                <a:spcPct val="110000"/>
              </a:lnSpc>
              <a:defRPr lang="en-US" sz="1000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BF4ECDC-1329-46C8-8342-5FD3297D56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1525" y="1340692"/>
            <a:ext cx="5733015" cy="32090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8" name="Espace réservé pour une image  3">
            <a:extLst>
              <a:ext uri="{FF2B5EF4-FFF2-40B4-BE49-F238E27FC236}">
                <a16:creationId xmlns:a16="http://schemas.microsoft.com/office/drawing/2014/main" id="{CEC2E05F-5F9D-41D9-A40F-97C2869C7DD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46800" y="0"/>
            <a:ext cx="2797200" cy="51435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68404-4078-B17F-4813-BA764612128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A106B2-2CD7-EE19-12C2-78F07D9B677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32445ADE-84A6-426F-98D2-48FC9081D9F3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13D38-194B-6B72-337E-FE468EF85BF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B54B0F7-55DD-40D6-B7F4-70B586885C0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DC70AA-3EDA-E09E-37DA-F5EF20406DAF}"/>
              </a:ext>
            </a:extLst>
          </p:cNvPr>
          <p:cNvCxnSpPr>
            <a:cxnSpLocks/>
          </p:cNvCxnSpPr>
          <p:nvPr userDrawn="1"/>
        </p:nvCxnSpPr>
        <p:spPr>
          <a:xfrm flipH="1">
            <a:off x="9179892" y="815209"/>
            <a:ext cx="6041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CB89D67-050E-49E1-96D2-EC4ACA0C6259}"/>
              </a:ext>
            </a:extLst>
          </p:cNvPr>
          <p:cNvSpPr txBox="1"/>
          <p:nvPr userDrawn="1"/>
        </p:nvSpPr>
        <p:spPr>
          <a:xfrm>
            <a:off x="9886077" y="699694"/>
            <a:ext cx="1786192" cy="3139321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Sanofi Sans" panose="02010503030201020103" pitchFamily="2" charset="77"/>
              </a:rPr>
              <a:t>How to add an image: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Click on the icon inside the image placeholder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Select the image you want to use from your computer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Click “Open”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Adjust or crop the image if necessary by using the button “Crop” in the top ribbon.</a:t>
            </a:r>
          </a:p>
          <a:p>
            <a:pPr marL="171450" indent="-171450">
              <a:buFontTx/>
              <a:buChar char="-"/>
            </a:pPr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D7A664-F7B8-D5D5-8A4F-F3A4C38035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25349" y="3183019"/>
            <a:ext cx="371475" cy="75247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4AFC5D9-0509-B208-F192-884C9DC2CD51}"/>
              </a:ext>
            </a:extLst>
          </p:cNvPr>
          <p:cNvCxnSpPr>
            <a:cxnSpLocks/>
          </p:cNvCxnSpPr>
          <p:nvPr userDrawn="1"/>
        </p:nvCxnSpPr>
        <p:spPr>
          <a:xfrm>
            <a:off x="-525780" y="1455076"/>
            <a:ext cx="499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11">
            <a:extLst>
              <a:ext uri="{FF2B5EF4-FFF2-40B4-BE49-F238E27FC236}">
                <a16:creationId xmlns:a16="http://schemas.microsoft.com/office/drawing/2014/main" id="{4700FD40-41D2-41B9-12AC-4CE0867153E1}"/>
              </a:ext>
            </a:extLst>
          </p:cNvPr>
          <p:cNvSpPr txBox="1"/>
          <p:nvPr userDrawn="1"/>
        </p:nvSpPr>
        <p:spPr>
          <a:xfrm>
            <a:off x="-2406215" y="1340692"/>
            <a:ext cx="1786192" cy="2123658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Sanofi Sans" panose="02010503030201020103" pitchFamily="2" charset="77"/>
              </a:rPr>
              <a:t>Using bullets with the indent button:</a:t>
            </a:r>
          </a:p>
          <a:p>
            <a:r>
              <a:rPr lang="en-US" sz="1100" dirty="0">
                <a:latin typeface="Sanofi Sans" panose="02010503030201020103" pitchFamily="2" charset="77"/>
              </a:rPr>
              <a:t>Use the indent button to create the text levels with the appropriate bullet in miracle purple.</a:t>
            </a: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2EAB7566-1DEC-79D3-622E-1E98EDD62A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284295" y="2663190"/>
            <a:ext cx="640080" cy="78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872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D8BD9-8520-41B8-97B9-B2853F4C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289130"/>
            <a:ext cx="4028251" cy="720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AF3408D4-3F1B-42DA-9498-07BBCDC902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3731" y="1071318"/>
            <a:ext cx="4027926" cy="215444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400" b="0" i="1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/>
            </a:lvl2pPr>
            <a:lvl3pPr>
              <a:lnSpc>
                <a:spcPct val="110000"/>
              </a:lnSpc>
              <a:defRPr lang="en-US" sz="1000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noProof="0" dirty="0" err="1"/>
              <a:t>Subtitle</a:t>
            </a:r>
            <a:r>
              <a:rPr lang="fr-FR" noProof="0" dirty="0"/>
              <a:t> exemple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972CF1A-7155-4C76-B467-0170E3D53F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1526" y="1340692"/>
            <a:ext cx="4027926" cy="32090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9" name="Espace réservé pour une image  3">
            <a:extLst>
              <a:ext uri="{FF2B5EF4-FFF2-40B4-BE49-F238E27FC236}">
                <a16:creationId xmlns:a16="http://schemas.microsoft.com/office/drawing/2014/main" id="{7E64057C-5A6F-41C9-B888-6149A71BAD6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0"/>
            <a:ext cx="4572000" cy="51435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95A22C1-24A2-A92E-6374-B63F2559919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9ACA39-4BC7-5AC4-76B9-B56A48A55BBF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B91B1E43-4FEA-49C1-8890-5714C0610762}" type="datetime1">
              <a:rPr lang="en-US" smtClean="0"/>
              <a:t>2/1/2026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5421E6-F36E-183E-5372-92ED31FF825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6B54B0F7-55DD-40D6-B7F4-70B586885C0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E53CFE5-5EB4-CAFF-4DEF-65738D73A976}"/>
              </a:ext>
            </a:extLst>
          </p:cNvPr>
          <p:cNvCxnSpPr>
            <a:cxnSpLocks/>
          </p:cNvCxnSpPr>
          <p:nvPr userDrawn="1"/>
        </p:nvCxnSpPr>
        <p:spPr>
          <a:xfrm>
            <a:off x="-525780" y="1455076"/>
            <a:ext cx="499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1">
            <a:extLst>
              <a:ext uri="{FF2B5EF4-FFF2-40B4-BE49-F238E27FC236}">
                <a16:creationId xmlns:a16="http://schemas.microsoft.com/office/drawing/2014/main" id="{0D64B342-3BD4-11AF-1249-91F94251C507}"/>
              </a:ext>
            </a:extLst>
          </p:cNvPr>
          <p:cNvSpPr txBox="1"/>
          <p:nvPr userDrawn="1"/>
        </p:nvSpPr>
        <p:spPr>
          <a:xfrm>
            <a:off x="-2406215" y="1340692"/>
            <a:ext cx="1786192" cy="2123658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Sanofi Sans" panose="02010503030201020103" pitchFamily="2" charset="77"/>
              </a:rPr>
              <a:t>Using bullets with the indent button:</a:t>
            </a:r>
          </a:p>
          <a:p>
            <a:r>
              <a:rPr lang="en-US" sz="1100" dirty="0">
                <a:latin typeface="Sanofi Sans" panose="02010503030201020103" pitchFamily="2" charset="77"/>
              </a:rPr>
              <a:t>Use the indent button to create the text levels with the appropriate bullet in miracle purple.</a:t>
            </a: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94780BF-50D9-65EB-4A75-7A66361F2B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84295" y="2663190"/>
            <a:ext cx="640080" cy="78009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4C487A-2A9F-28DF-404A-8EFD1275930B}"/>
              </a:ext>
            </a:extLst>
          </p:cNvPr>
          <p:cNvCxnSpPr>
            <a:cxnSpLocks/>
          </p:cNvCxnSpPr>
          <p:nvPr userDrawn="1"/>
        </p:nvCxnSpPr>
        <p:spPr>
          <a:xfrm flipH="1">
            <a:off x="9179892" y="815209"/>
            <a:ext cx="6041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F29DF91-049D-4FF2-90D8-A2C87B795C9F}"/>
              </a:ext>
            </a:extLst>
          </p:cNvPr>
          <p:cNvSpPr txBox="1"/>
          <p:nvPr userDrawn="1"/>
        </p:nvSpPr>
        <p:spPr>
          <a:xfrm>
            <a:off x="9886077" y="699694"/>
            <a:ext cx="1786192" cy="3139321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Sanofi Sans" panose="02010503030201020103" pitchFamily="2" charset="77"/>
              </a:rPr>
              <a:t>How to add an image: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Click on the icon inside the image placeholder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Select the image you want to use from your computer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Click “Open”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Adjust or crop the image if necessary by using the button “Crop” in the top ribbon.</a:t>
            </a:r>
          </a:p>
          <a:p>
            <a:pPr marL="171450" indent="-171450">
              <a:buFontTx/>
              <a:buChar char="-"/>
            </a:pPr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D7843C4-A099-85B8-E1F9-B9852AE712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25349" y="3183019"/>
            <a:ext cx="37147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0456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wo columns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80DD-522E-15F3-7C7C-1ED7FE2F9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EB4E48BE-B935-323D-EA39-C821EE1437F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333730" y="1071318"/>
            <a:ext cx="8478000" cy="215444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400" b="0" i="1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/>
            </a:lvl2pPr>
            <a:lvl3pPr>
              <a:lnSpc>
                <a:spcPct val="110000"/>
              </a:lnSpc>
              <a:defRPr lang="en-US" sz="1000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F7EDA8B-6FF9-744E-91CD-1538C781023E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331788" y="1349375"/>
            <a:ext cx="4114800" cy="32004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2D027E88-95FA-9A56-29EC-9196E6F94EA6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96930" y="1348950"/>
            <a:ext cx="4114800" cy="32004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1C7E68E-FF0E-A7A3-8149-C3A03C12C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525780" y="1455076"/>
            <a:ext cx="499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E4427DB-117C-0F68-78BD-3435E3AD20DF}"/>
              </a:ext>
            </a:extLst>
          </p:cNvPr>
          <p:cNvSpPr txBox="1"/>
          <p:nvPr userDrawn="1"/>
        </p:nvSpPr>
        <p:spPr>
          <a:xfrm>
            <a:off x="-2406215" y="1340692"/>
            <a:ext cx="1786192" cy="2123658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Sanofi Sans" panose="02010503030201020103" pitchFamily="2" charset="77"/>
              </a:rPr>
              <a:t>Using bullets with the indent button:</a:t>
            </a:r>
          </a:p>
          <a:p>
            <a:r>
              <a:rPr lang="en-US" sz="1100" dirty="0">
                <a:latin typeface="Sanofi Sans" panose="02010503030201020103" pitchFamily="2" charset="77"/>
              </a:rPr>
              <a:t>Use the indent button to create the text levels with the appropriate bullet in miracle purple.</a:t>
            </a: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D86C84E7-B573-5C31-8D93-B1E50E026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84295" y="2663190"/>
            <a:ext cx="640080" cy="780098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40DB84D-8489-0AC0-2629-B21104954DC4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D04389-FFAB-E750-9515-20B585BA073B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0BA501FD-2FAF-45B3-BE64-C36C9F1F0D9E}" type="datetime1">
              <a:rPr lang="en-US" smtClean="0"/>
              <a:t>2/1/2026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96014C3-F39F-A66A-38F8-AC73717AC38C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6B54B0F7-55DD-40D6-B7F4-70B586885C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7107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7276DEF-3CBF-476F-8A84-C6760A5FE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797200" cy="5143500"/>
          </a:xfrm>
          <a:prstGeom prst="rect">
            <a:avLst/>
          </a:prstGeom>
          <a:solidFill>
            <a:srgbClr val="E9E6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F4FADB-EEC5-45D2-AA5E-7A0D798F1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289130"/>
            <a:ext cx="2118055" cy="720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47966520-9FD5-42B3-AD18-E492CBBE356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33730" y="1071318"/>
            <a:ext cx="2116800" cy="215444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400" b="0" i="1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/>
            </a:lvl2pPr>
            <a:lvl3pPr>
              <a:lnSpc>
                <a:spcPct val="110000"/>
              </a:lnSpc>
              <a:defRPr lang="en-US" sz="1000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noProof="0" dirty="0" err="1"/>
              <a:t>subtitle</a:t>
            </a:r>
            <a:endParaRPr lang="fr-FR" noProof="0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4E0BC0F4-D286-4029-9886-E5C53C4FB52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1526" y="1319303"/>
            <a:ext cx="2116800" cy="320772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1" name="Espace réservé du texte 4">
            <a:extLst>
              <a:ext uri="{FF2B5EF4-FFF2-40B4-BE49-F238E27FC236}">
                <a16:creationId xmlns:a16="http://schemas.microsoft.com/office/drawing/2014/main" id="{8D48725B-4307-4BEA-B9C9-15E0592A3B9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025070" y="289130"/>
            <a:ext cx="883540" cy="2076811"/>
          </a:xfrm>
        </p:spPr>
        <p:txBody>
          <a:bodyPr anchor="t">
            <a:noAutofit/>
          </a:bodyPr>
          <a:lstStyle>
            <a:lvl1pPr algn="r">
              <a:lnSpc>
                <a:spcPct val="110000"/>
              </a:lnSpc>
              <a:defRPr sz="1400" cap="all" baseline="0">
                <a:solidFill>
                  <a:schemeClr val="tx1"/>
                </a:solidFill>
              </a:defRPr>
            </a:lvl1pPr>
            <a:lvl2pPr marL="171450" indent="-17145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800"/>
            </a:lvl2pPr>
            <a:lvl3pPr>
              <a:lnSpc>
                <a:spcPct val="110000"/>
              </a:lnSpc>
              <a:defRPr sz="800">
                <a:latin typeface="+mj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6" name="Espace réservé du texte 4">
            <a:extLst>
              <a:ext uri="{FF2B5EF4-FFF2-40B4-BE49-F238E27FC236}">
                <a16:creationId xmlns:a16="http://schemas.microsoft.com/office/drawing/2014/main" id="{0456B57B-663C-438F-BBF6-1AB9B756FE5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51561" y="314154"/>
            <a:ext cx="1034787" cy="399212"/>
          </a:xfrm>
        </p:spPr>
        <p:txBody>
          <a:bodyPr/>
          <a:lstStyle>
            <a:lvl1pPr algn="l">
              <a:lnSpc>
                <a:spcPct val="110000"/>
              </a:lnSpc>
              <a:defRPr sz="2600" b="0" i="0" cap="all" baseline="0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71450" indent="-17145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800"/>
            </a:lvl2pPr>
            <a:lvl3pPr>
              <a:lnSpc>
                <a:spcPct val="110000"/>
              </a:lnSpc>
              <a:defRPr sz="800">
                <a:latin typeface="+mj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 dirty="0"/>
              <a:t>01</a:t>
            </a:r>
          </a:p>
        </p:txBody>
      </p:sp>
      <p:sp>
        <p:nvSpPr>
          <p:cNvPr id="44" name="Espace réservé pour une image  15">
            <a:extLst>
              <a:ext uri="{FF2B5EF4-FFF2-40B4-BE49-F238E27FC236}">
                <a16:creationId xmlns:a16="http://schemas.microsoft.com/office/drawing/2014/main" id="{6EC29CFA-5793-4C6C-80E1-231B1EAA433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562" y="1005989"/>
            <a:ext cx="1034787" cy="13644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47" name="Espace réservé du texte 4">
            <a:extLst>
              <a:ext uri="{FF2B5EF4-FFF2-40B4-BE49-F238E27FC236}">
                <a16:creationId xmlns:a16="http://schemas.microsoft.com/office/drawing/2014/main" id="{87E76F68-620B-4D77-BFEE-041D7315FC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51562" y="2515557"/>
            <a:ext cx="1034787" cy="492883"/>
          </a:xfrm>
        </p:spPr>
        <p:txBody>
          <a:bodyPr/>
          <a:lstStyle>
            <a:lvl1pPr algn="l">
              <a:lnSpc>
                <a:spcPct val="125000"/>
              </a:lnSpc>
              <a:defRPr sz="1400" i="1">
                <a:solidFill>
                  <a:schemeClr val="accent2"/>
                </a:solidFill>
                <a:latin typeface="Sanofi Serif" panose="02060503060201090102" pitchFamily="18" charset="77"/>
              </a:defRPr>
            </a:lvl1pPr>
            <a:lvl2pPr marL="0" indent="0">
              <a:lnSpc>
                <a:spcPts val="1200"/>
              </a:lnSpc>
              <a:spcAft>
                <a:spcPts val="400"/>
              </a:spcAft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800">
                <a:latin typeface="+mj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 err="1"/>
              <a:t>SubTitle</a:t>
            </a:r>
            <a:br>
              <a:rPr lang="fr-FR" noProof="0" dirty="0"/>
            </a:br>
            <a:r>
              <a:rPr lang="fr-FR" noProof="0" dirty="0"/>
              <a:t>Exemple</a:t>
            </a:r>
          </a:p>
        </p:txBody>
      </p:sp>
      <p:sp>
        <p:nvSpPr>
          <p:cNvPr id="54" name="Espace réservé du texte 4">
            <a:extLst>
              <a:ext uri="{FF2B5EF4-FFF2-40B4-BE49-F238E27FC236}">
                <a16:creationId xmlns:a16="http://schemas.microsoft.com/office/drawing/2014/main" id="{EB355F06-F117-4960-9CD2-3296D719777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051562" y="3149292"/>
            <a:ext cx="1034787" cy="1529975"/>
          </a:xfrm>
        </p:spPr>
        <p:txBody>
          <a:bodyPr/>
          <a:lstStyle>
            <a:lvl1pPr algn="l">
              <a:lnSpc>
                <a:spcPct val="125000"/>
              </a:lnSpc>
              <a:defRPr sz="1400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Aft>
                <a:spcPts val="400"/>
              </a:spcAft>
              <a:buFont typeface="Arial" panose="020B0604020202020204" pitchFamily="34" charset="0"/>
              <a:buNone/>
              <a:defRPr sz="7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800">
                <a:latin typeface="+mj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9" name="Espace réservé du texte 4">
            <a:extLst>
              <a:ext uri="{FF2B5EF4-FFF2-40B4-BE49-F238E27FC236}">
                <a16:creationId xmlns:a16="http://schemas.microsoft.com/office/drawing/2014/main" id="{D7722D17-99A8-4564-81CF-20F1F7F8DB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96499" y="314154"/>
            <a:ext cx="1034786" cy="399212"/>
          </a:xfrm>
        </p:spPr>
        <p:txBody>
          <a:bodyPr/>
          <a:lstStyle>
            <a:lvl1pPr algn="l">
              <a:lnSpc>
                <a:spcPct val="110000"/>
              </a:lnSpc>
              <a:defRPr sz="2600" b="0" i="0" cap="all" baseline="0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71450" indent="-17145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800"/>
            </a:lvl2pPr>
            <a:lvl3pPr>
              <a:lnSpc>
                <a:spcPct val="110000"/>
              </a:lnSpc>
              <a:defRPr sz="800">
                <a:latin typeface="+mj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/>
              <a:t>02</a:t>
            </a:r>
          </a:p>
        </p:txBody>
      </p:sp>
      <p:sp>
        <p:nvSpPr>
          <p:cNvPr id="48" name="Espace réservé pour une image  15">
            <a:extLst>
              <a:ext uri="{FF2B5EF4-FFF2-40B4-BE49-F238E27FC236}">
                <a16:creationId xmlns:a16="http://schemas.microsoft.com/office/drawing/2014/main" id="{59EC3F46-5FB4-498B-9543-7330D6DD492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96499" y="1005989"/>
            <a:ext cx="1034787" cy="13644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55" name="Espace réservé du texte 4">
            <a:extLst>
              <a:ext uri="{FF2B5EF4-FFF2-40B4-BE49-F238E27FC236}">
                <a16:creationId xmlns:a16="http://schemas.microsoft.com/office/drawing/2014/main" id="{D86CBB7A-9502-4B85-850C-DF2587D4D6E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96498" y="2509781"/>
            <a:ext cx="1034787" cy="500119"/>
          </a:xfrm>
        </p:spPr>
        <p:txBody>
          <a:bodyPr/>
          <a:lstStyle>
            <a:lvl1pPr algn="l">
              <a:lnSpc>
                <a:spcPct val="125000"/>
              </a:lnSpc>
              <a:defRPr sz="1400" i="1">
                <a:solidFill>
                  <a:schemeClr val="accent2"/>
                </a:solidFill>
                <a:latin typeface="Sanofi Serif" panose="02060503060201090102" pitchFamily="18" charset="77"/>
              </a:defRPr>
            </a:lvl1pPr>
            <a:lvl2pPr marL="0" indent="0">
              <a:lnSpc>
                <a:spcPts val="1200"/>
              </a:lnSpc>
              <a:spcAft>
                <a:spcPts val="400"/>
              </a:spcAft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800">
                <a:latin typeface="+mj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noProof="0" dirty="0" err="1"/>
              <a:t>SubTitle</a:t>
            </a:r>
            <a:br>
              <a:rPr lang="fr-FR" noProof="0" dirty="0"/>
            </a:br>
            <a:r>
              <a:rPr lang="fr-FR" noProof="0" dirty="0"/>
              <a:t>Exemple</a:t>
            </a:r>
          </a:p>
        </p:txBody>
      </p:sp>
      <p:sp>
        <p:nvSpPr>
          <p:cNvPr id="56" name="Espace réservé du texte 4">
            <a:extLst>
              <a:ext uri="{FF2B5EF4-FFF2-40B4-BE49-F238E27FC236}">
                <a16:creationId xmlns:a16="http://schemas.microsoft.com/office/drawing/2014/main" id="{86544E69-3546-4BEE-9749-1A8EFA7DDE3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96498" y="3149292"/>
            <a:ext cx="1034787" cy="1529975"/>
          </a:xfrm>
        </p:spPr>
        <p:txBody>
          <a:bodyPr/>
          <a:lstStyle>
            <a:lvl1pPr algn="l">
              <a:lnSpc>
                <a:spcPct val="125000"/>
              </a:lnSpc>
              <a:defRPr sz="1400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Aft>
                <a:spcPts val="400"/>
              </a:spcAft>
              <a:buFont typeface="Arial" panose="020B0604020202020204" pitchFamily="34" charset="0"/>
              <a:buNone/>
              <a:defRPr sz="7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800">
                <a:latin typeface="+mj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1" name="Espace réservé du texte 4">
            <a:extLst>
              <a:ext uri="{FF2B5EF4-FFF2-40B4-BE49-F238E27FC236}">
                <a16:creationId xmlns:a16="http://schemas.microsoft.com/office/drawing/2014/main" id="{B0DC2D27-DE73-4D51-B4A4-D9CC4DC5A4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41435" y="314154"/>
            <a:ext cx="1034785" cy="399212"/>
          </a:xfrm>
        </p:spPr>
        <p:txBody>
          <a:bodyPr/>
          <a:lstStyle>
            <a:lvl1pPr algn="l">
              <a:lnSpc>
                <a:spcPct val="110000"/>
              </a:lnSpc>
              <a:defRPr sz="2600" b="0" i="0" cap="all" baseline="0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71450" indent="-17145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800"/>
            </a:lvl2pPr>
            <a:lvl3pPr>
              <a:lnSpc>
                <a:spcPct val="110000"/>
              </a:lnSpc>
              <a:defRPr sz="800">
                <a:latin typeface="+mj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50" name="Espace réservé pour une image  15">
            <a:extLst>
              <a:ext uri="{FF2B5EF4-FFF2-40B4-BE49-F238E27FC236}">
                <a16:creationId xmlns:a16="http://schemas.microsoft.com/office/drawing/2014/main" id="{B20B9505-236E-4469-A51C-A2C7B71B271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541436" y="1005989"/>
            <a:ext cx="1034787" cy="13644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57" name="Espace réservé du texte 4">
            <a:extLst>
              <a:ext uri="{FF2B5EF4-FFF2-40B4-BE49-F238E27FC236}">
                <a16:creationId xmlns:a16="http://schemas.microsoft.com/office/drawing/2014/main" id="{75A5190F-9F87-4BAA-9B38-DA41741440E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41433" y="2509781"/>
            <a:ext cx="1034787" cy="500119"/>
          </a:xfrm>
        </p:spPr>
        <p:txBody>
          <a:bodyPr/>
          <a:lstStyle>
            <a:lvl1pPr algn="l">
              <a:lnSpc>
                <a:spcPct val="125000"/>
              </a:lnSpc>
              <a:defRPr sz="1400" i="1">
                <a:solidFill>
                  <a:schemeClr val="accent2"/>
                </a:solidFill>
                <a:latin typeface="Sanofi Serif" panose="02060503060201090102" pitchFamily="18" charset="77"/>
              </a:defRPr>
            </a:lvl1pPr>
            <a:lvl2pPr marL="0" indent="0">
              <a:lnSpc>
                <a:spcPts val="1200"/>
              </a:lnSpc>
              <a:spcAft>
                <a:spcPts val="400"/>
              </a:spcAft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800">
                <a:latin typeface="+mj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noProof="0" dirty="0" err="1"/>
              <a:t>SubTitle</a:t>
            </a:r>
            <a:br>
              <a:rPr lang="fr-FR" noProof="0" dirty="0"/>
            </a:br>
            <a:r>
              <a:rPr lang="fr-FR" noProof="0" dirty="0"/>
              <a:t>Exemple</a:t>
            </a:r>
          </a:p>
        </p:txBody>
      </p:sp>
      <p:sp>
        <p:nvSpPr>
          <p:cNvPr id="58" name="Espace réservé du texte 4">
            <a:extLst>
              <a:ext uri="{FF2B5EF4-FFF2-40B4-BE49-F238E27FC236}">
                <a16:creationId xmlns:a16="http://schemas.microsoft.com/office/drawing/2014/main" id="{FF1BBCD1-8544-421A-85E5-77CA0FA35FE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41433" y="3149292"/>
            <a:ext cx="1034787" cy="1529975"/>
          </a:xfrm>
        </p:spPr>
        <p:txBody>
          <a:bodyPr/>
          <a:lstStyle>
            <a:lvl1pPr algn="l">
              <a:lnSpc>
                <a:spcPct val="125000"/>
              </a:lnSpc>
              <a:defRPr sz="1400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Aft>
                <a:spcPts val="400"/>
              </a:spcAft>
              <a:buFont typeface="Arial" panose="020B0604020202020204" pitchFamily="34" charset="0"/>
              <a:buNone/>
              <a:defRPr sz="7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800">
                <a:latin typeface="+mj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3" name="Espace réservé du texte 4">
            <a:extLst>
              <a:ext uri="{FF2B5EF4-FFF2-40B4-BE49-F238E27FC236}">
                <a16:creationId xmlns:a16="http://schemas.microsoft.com/office/drawing/2014/main" id="{6F5500B0-3264-4A96-BDF7-6321D671A88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86372" y="314154"/>
            <a:ext cx="1034785" cy="399212"/>
          </a:xfrm>
        </p:spPr>
        <p:txBody>
          <a:bodyPr/>
          <a:lstStyle>
            <a:lvl1pPr algn="l">
              <a:lnSpc>
                <a:spcPct val="110000"/>
              </a:lnSpc>
              <a:defRPr sz="2600" b="0" i="0" cap="all" baseline="0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71450" indent="-17145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800"/>
            </a:lvl2pPr>
            <a:lvl3pPr>
              <a:lnSpc>
                <a:spcPct val="110000"/>
              </a:lnSpc>
              <a:defRPr sz="800">
                <a:latin typeface="+mj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/>
              <a:t>04</a:t>
            </a:r>
          </a:p>
        </p:txBody>
      </p:sp>
      <p:sp>
        <p:nvSpPr>
          <p:cNvPr id="52" name="Espace réservé pour une image  15">
            <a:extLst>
              <a:ext uri="{FF2B5EF4-FFF2-40B4-BE49-F238E27FC236}">
                <a16:creationId xmlns:a16="http://schemas.microsoft.com/office/drawing/2014/main" id="{C7AF1FA3-8607-484E-960C-0DEC87C8B4B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786373" y="1005989"/>
            <a:ext cx="1034787" cy="13644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59" name="Espace réservé du texte 4">
            <a:extLst>
              <a:ext uri="{FF2B5EF4-FFF2-40B4-BE49-F238E27FC236}">
                <a16:creationId xmlns:a16="http://schemas.microsoft.com/office/drawing/2014/main" id="{BF822235-CF36-42FB-998B-784756CA5F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786367" y="2509781"/>
            <a:ext cx="1034787" cy="500119"/>
          </a:xfrm>
        </p:spPr>
        <p:txBody>
          <a:bodyPr/>
          <a:lstStyle>
            <a:lvl1pPr algn="l">
              <a:lnSpc>
                <a:spcPct val="125000"/>
              </a:lnSpc>
              <a:defRPr sz="1400" i="1">
                <a:solidFill>
                  <a:schemeClr val="accent2"/>
                </a:solidFill>
                <a:latin typeface="Sanofi Serif" panose="02060503060201090102" pitchFamily="18" charset="77"/>
              </a:defRPr>
            </a:lvl1pPr>
            <a:lvl2pPr marL="0" indent="0">
              <a:lnSpc>
                <a:spcPts val="1200"/>
              </a:lnSpc>
              <a:spcAft>
                <a:spcPts val="400"/>
              </a:spcAft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800">
                <a:latin typeface="+mj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noProof="0" dirty="0" err="1"/>
              <a:t>SubTitle</a:t>
            </a:r>
            <a:br>
              <a:rPr lang="fr-FR" noProof="0" dirty="0"/>
            </a:br>
            <a:r>
              <a:rPr lang="fr-FR" noProof="0" dirty="0"/>
              <a:t>Exemple</a:t>
            </a:r>
          </a:p>
        </p:txBody>
      </p:sp>
      <p:sp>
        <p:nvSpPr>
          <p:cNvPr id="60" name="Espace réservé du texte 4">
            <a:extLst>
              <a:ext uri="{FF2B5EF4-FFF2-40B4-BE49-F238E27FC236}">
                <a16:creationId xmlns:a16="http://schemas.microsoft.com/office/drawing/2014/main" id="{80EE59DB-9243-4843-902C-CEAFDD74F3B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786367" y="3149292"/>
            <a:ext cx="1034787" cy="1529975"/>
          </a:xfrm>
        </p:spPr>
        <p:txBody>
          <a:bodyPr/>
          <a:lstStyle>
            <a:lvl1pPr algn="l">
              <a:lnSpc>
                <a:spcPct val="125000"/>
              </a:lnSpc>
              <a:defRPr sz="1400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Aft>
                <a:spcPts val="400"/>
              </a:spcAft>
              <a:buFont typeface="Arial" panose="020B0604020202020204" pitchFamily="34" charset="0"/>
              <a:buNone/>
              <a:defRPr sz="7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800">
                <a:latin typeface="+mj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61507-8AFD-9705-9965-6874EEDD889A}"/>
              </a:ext>
            </a:extLst>
          </p:cNvPr>
          <p:cNvSpPr>
            <a:spLocks noGrp="1"/>
          </p:cNvSpPr>
          <p:nvPr>
            <p:ph type="ftr" sz="quarter" idx="5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0235B-FA42-4BE7-947B-F821D4289B09}"/>
              </a:ext>
            </a:extLst>
          </p:cNvPr>
          <p:cNvSpPr>
            <a:spLocks noGrp="1"/>
          </p:cNvSpPr>
          <p:nvPr>
            <p:ph type="dt" sz="half" idx="52"/>
          </p:nvPr>
        </p:nvSpPr>
        <p:spPr/>
        <p:txBody>
          <a:bodyPr/>
          <a:lstStyle/>
          <a:p>
            <a:fld id="{2697922A-7781-4072-BF7A-4E6A16A869CF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B29E3-354E-DD45-6FF1-140AEE56BA96}"/>
              </a:ext>
            </a:extLst>
          </p:cNvPr>
          <p:cNvSpPr>
            <a:spLocks noGrp="1"/>
          </p:cNvSpPr>
          <p:nvPr>
            <p:ph type="sldNum" sz="quarter" idx="54"/>
          </p:nvPr>
        </p:nvSpPr>
        <p:spPr/>
        <p:txBody>
          <a:bodyPr/>
          <a:lstStyle/>
          <a:p>
            <a:fld id="{6B54B0F7-55DD-40D6-B7F4-70B586885C0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36507A5-A617-E8BB-8418-45722C6AC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9210372" y="1374041"/>
            <a:ext cx="6041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FD41FC3-BA7D-BF96-5991-714A684CD082}"/>
              </a:ext>
            </a:extLst>
          </p:cNvPr>
          <p:cNvSpPr txBox="1"/>
          <p:nvPr userDrawn="1"/>
        </p:nvSpPr>
        <p:spPr>
          <a:xfrm>
            <a:off x="9905193" y="1216176"/>
            <a:ext cx="1786192" cy="5001369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Sanofi Sans" panose="02010503030201020103" pitchFamily="2" charset="77"/>
              </a:rPr>
              <a:t>How to add an image: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Click on the icon inside the image placeholder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Select the image you want to use from your computer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Click “Open”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Adjust or crop the image if necessary by using the button “Crop” in the top ribbon.</a:t>
            </a:r>
          </a:p>
          <a:p>
            <a:pPr marL="171450" indent="-171450">
              <a:buFontTx/>
              <a:buChar char="-"/>
            </a:pPr>
            <a:endParaRPr lang="en-US" sz="1100" dirty="0">
              <a:latin typeface="Sanofi Sans" panose="02010503030201020103" pitchFamily="2" charset="77"/>
            </a:endParaRPr>
          </a:p>
          <a:p>
            <a:pPr marL="0" indent="0">
              <a:buFontTx/>
              <a:buNone/>
            </a:pPr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endParaRPr lang="en-US" sz="1100" dirty="0">
              <a:latin typeface="Sanofi Sans" panose="02010503030201020103" pitchFamily="2" charset="77"/>
            </a:endParaRPr>
          </a:p>
          <a:p>
            <a:r>
              <a:rPr lang="en-US" sz="1100" b="1" dirty="0">
                <a:latin typeface="Sanofi Sans" panose="02010503030201020103" pitchFamily="2" charset="77"/>
              </a:rPr>
              <a:t>Add Alt Text or mark as decorative: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Right click on the image and select “View Alt Text”.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Type in the blank field that appears on the right of the slide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latin typeface="Sanofi Sans" panose="02010503030201020103" pitchFamily="2" charset="77"/>
              </a:rPr>
              <a:t>If Alt Text isn’t relevant, tick the box to “Mark element as decorative”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181C3A-9B11-6A31-2224-853186A95DF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72647" y="3678134"/>
            <a:ext cx="307086" cy="622046"/>
          </a:xfrm>
          <a:prstGeom prst="rect">
            <a:avLst/>
          </a:prstGeom>
        </p:spPr>
      </p:pic>
      <p:grpSp>
        <p:nvGrpSpPr>
          <p:cNvPr id="7" name="Graphique 7">
            <a:extLst>
              <a:ext uri="{FF2B5EF4-FFF2-40B4-BE49-F238E27FC236}">
                <a16:creationId xmlns:a16="http://schemas.microsoft.com/office/drawing/2014/main" id="{292ABBD3-216B-3F57-8397-6EA40F7E970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25849" y="4746063"/>
            <a:ext cx="810836" cy="208096"/>
            <a:chOff x="4768103" y="-471733"/>
            <a:chExt cx="744723" cy="191124"/>
          </a:xfrm>
          <a:solidFill>
            <a:srgbClr val="FFFFFF"/>
          </a:solidFill>
        </p:grpSpPr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8EEB4D4D-A354-30A8-5B0B-7122740EC1F5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0">
              <a:extLst>
                <a:ext uri="{FF2B5EF4-FFF2-40B4-BE49-F238E27FC236}">
                  <a16:creationId xmlns:a16="http://schemas.microsoft.com/office/drawing/2014/main" id="{E0996A19-27CE-A009-CBFC-284CA437CC21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rgbClr val="7A00E6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>
                <a:solidFill>
                  <a:schemeClr val="accent2"/>
                </a:solidFill>
              </a:endParaRPr>
            </a:p>
          </p:txBody>
        </p:sp>
        <p:sp>
          <p:nvSpPr>
            <p:cNvPr id="14" name="Forme libre : forme 11">
              <a:extLst>
                <a:ext uri="{FF2B5EF4-FFF2-40B4-BE49-F238E27FC236}">
                  <a16:creationId xmlns:a16="http://schemas.microsoft.com/office/drawing/2014/main" id="{55895ABA-E306-9D9B-F274-96963D8CE9AF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rgbClr val="7A00E6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8728562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78E04-C85A-4D77-B8FB-BFFBFEFE7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4" name="Table Placeholder 3">
            <a:extLst>
              <a:ext uri="{FF2B5EF4-FFF2-40B4-BE49-F238E27FC236}">
                <a16:creationId xmlns:a16="http://schemas.microsoft.com/office/drawing/2014/main" id="{828EDE46-3F40-4CF0-8732-22A2312E12B6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331038" y="982397"/>
            <a:ext cx="8478000" cy="3477177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 tableau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BAF85-C7EF-E0BC-E504-BBA29ED5592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90B02-5AEE-07D5-3809-402035D462A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E587A10-8E69-40BC-BAAC-7F790FA89BB0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EDEE1-A1D7-06C7-B208-C606F9D8308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B54B0F7-55DD-40D6-B7F4-70B586885C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29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004D7A-10C4-34CE-F72C-6A6BBC59E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AB30001-6B64-1145-701E-2C8C893BC8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91CA3D-AA7B-5C60-7E4D-2B019FAB5ED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2977F9D-6034-43ED-9740-BFE4F3BC9480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7BC42FB-27D4-71F0-7550-E0207D2F2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B0F7-55DD-40D6-B7F4-70B586885C0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9488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95026D94-B8BF-C3D0-23F7-1AA4DA0C7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1799" y="5400000"/>
            <a:ext cx="4480560" cy="1666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237A4FEF-25F8-EB2B-BBCB-9C32E4352C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48724" y="5400000"/>
            <a:ext cx="1626918" cy="166629"/>
          </a:xfrm>
        </p:spPr>
        <p:txBody>
          <a:bodyPr/>
          <a:lstStyle/>
          <a:p>
            <a:fld id="{F2A8969A-EA3B-4484-906E-5A24E1296767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0A15F7BA-3C85-B4B9-AEF9-6D650D325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6226" y="5400000"/>
            <a:ext cx="476250" cy="205743"/>
          </a:xfrm>
        </p:spPr>
        <p:txBody>
          <a:bodyPr/>
          <a:lstStyle/>
          <a:p>
            <a:fld id="{6B54B0F7-55DD-40D6-B7F4-70B586885C0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02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rgbClr val="2300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2238027"/>
            <a:ext cx="6858000" cy="667446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19" name="Espace réservé du graphique SmartArt 18">
            <a:extLst>
              <a:ext uri="{FF2B5EF4-FFF2-40B4-BE49-F238E27FC236}">
                <a16:creationId xmlns:a16="http://schemas.microsoft.com/office/drawing/2014/main" id="{B25D5AC7-4546-4A74-B36B-BA1B41C59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dgm" sz="quarter" idx="13"/>
          </p:nvPr>
        </p:nvSpPr>
        <p:spPr>
          <a:xfrm>
            <a:off x="4508583" y="3260202"/>
            <a:ext cx="126835" cy="125936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noProof="0"/>
              <a:t>Cliquez sur l'icône pour ajouter un graphique SmartArt</a:t>
            </a:r>
            <a:endParaRPr lang="en-US" noProof="0"/>
          </a:p>
        </p:txBody>
      </p:sp>
      <p:sp>
        <p:nvSpPr>
          <p:cNvPr id="20" name="Espace réservé du graphique SmartArt 19">
            <a:extLst>
              <a:ext uri="{FF2B5EF4-FFF2-40B4-BE49-F238E27FC236}">
                <a16:creationId xmlns:a16="http://schemas.microsoft.com/office/drawing/2014/main" id="{FE783EC5-36F3-4916-B0D5-15355CAD8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4508583" y="1771699"/>
            <a:ext cx="126835" cy="125936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noProof="0"/>
              <a:t>Cliquez sur l'icône pour ajouter un graphique SmartArt</a:t>
            </a:r>
            <a:endParaRPr lang="en-US" noProof="0"/>
          </a:p>
        </p:txBody>
      </p:sp>
      <p:grpSp>
        <p:nvGrpSpPr>
          <p:cNvPr id="21" name="Graphique 7">
            <a:extLst>
              <a:ext uri="{FF2B5EF4-FFF2-40B4-BE49-F238E27FC236}">
                <a16:creationId xmlns:a16="http://schemas.microsoft.com/office/drawing/2014/main" id="{CCF15C7E-6A99-4286-A9D8-5CFB7F6C2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0047" y="4510417"/>
            <a:ext cx="803890" cy="206313"/>
            <a:chOff x="4768103" y="-471733"/>
            <a:chExt cx="744723" cy="191124"/>
          </a:xfrm>
          <a:solidFill>
            <a:schemeClr val="bg1"/>
          </a:solidFill>
        </p:grpSpPr>
        <p:sp>
          <p:nvSpPr>
            <p:cNvPr id="22" name="Forme libre : forme 9">
              <a:extLst>
                <a:ext uri="{FF2B5EF4-FFF2-40B4-BE49-F238E27FC236}">
                  <a16:creationId xmlns:a16="http://schemas.microsoft.com/office/drawing/2014/main" id="{6694094C-70CE-4AC8-A396-70F4CAC44E42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10">
              <a:extLst>
                <a:ext uri="{FF2B5EF4-FFF2-40B4-BE49-F238E27FC236}">
                  <a16:creationId xmlns:a16="http://schemas.microsoft.com/office/drawing/2014/main" id="{F0CC9C0D-B090-476A-A414-384A1818254E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>
                <a:solidFill>
                  <a:schemeClr val="accent2"/>
                </a:solidFill>
              </a:endParaRPr>
            </a:p>
          </p:txBody>
        </p:sp>
        <p:sp>
          <p:nvSpPr>
            <p:cNvPr id="24" name="Forme libre : forme 11">
              <a:extLst>
                <a:ext uri="{FF2B5EF4-FFF2-40B4-BE49-F238E27FC236}">
                  <a16:creationId xmlns:a16="http://schemas.microsoft.com/office/drawing/2014/main" id="{6DE4ADDB-0CA9-4651-BF0C-18EF0C881B3A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57FFDF46-CBC3-A126-CACC-012AF304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1799" y="5400000"/>
            <a:ext cx="4480560" cy="1666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5">
            <a:extLst>
              <a:ext uri="{FF2B5EF4-FFF2-40B4-BE49-F238E27FC236}">
                <a16:creationId xmlns:a16="http://schemas.microsoft.com/office/drawing/2014/main" id="{0AB557D0-8EDF-AB92-9A3A-BCF0BE5DC6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48724" y="5400000"/>
            <a:ext cx="1626918" cy="166629"/>
          </a:xfrm>
        </p:spPr>
        <p:txBody>
          <a:bodyPr/>
          <a:lstStyle/>
          <a:p>
            <a:fld id="{9496DA8E-66D7-4B11-B7FE-6B83C9E6312F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B9A28CB3-016A-B492-A0B3-485F2AFAB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6226" y="5400000"/>
            <a:ext cx="476250" cy="205743"/>
          </a:xfrm>
        </p:spPr>
        <p:txBody>
          <a:bodyPr/>
          <a:lstStyle/>
          <a:p>
            <a:fld id="{6B54B0F7-55DD-40D6-B7F4-70B586885C0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6180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Cover Logo (Light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6B40EEC9-55BA-32A9-B98C-BF150C185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251" y="1260269"/>
            <a:ext cx="3596112" cy="262296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solidFill>
                  <a:schemeClr val="bg1"/>
                </a:solidFill>
                <a:latin typeface="Sanofi Sans" panose="02010503030201020103" pitchFamily="2" charset="77"/>
              </a:defRPr>
            </a:lvl1pPr>
          </a:lstStyle>
          <a:p>
            <a:r>
              <a:rPr lang="fr-FR" dirty="0" err="1"/>
              <a:t>Thank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you</a:t>
            </a:r>
            <a:endParaRPr lang="en-GB" dirty="0"/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3998C44D-F23A-A14D-CF75-A93317E0CE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2583" y="794126"/>
            <a:ext cx="3262217" cy="3694636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A0CEDB32-51DA-66E2-331A-F4B02A32C6E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251" y="4561040"/>
            <a:ext cx="767149" cy="19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7091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Cover Logo (Light)">
    <p:bg>
      <p:bgPr>
        <a:solidFill>
          <a:srgbClr val="F3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6B40EEC9-55BA-32A9-B98C-BF150C185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251" y="1260269"/>
            <a:ext cx="3596112" cy="262296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Sanofi Sans" panose="02010503030201020103" pitchFamily="2" charset="77"/>
              </a:defRPr>
            </a:lvl1pPr>
          </a:lstStyle>
          <a:p>
            <a:r>
              <a:rPr lang="fr-FR" dirty="0" err="1"/>
              <a:t>Thank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you</a:t>
            </a:r>
            <a:endParaRPr lang="en-GB" dirty="0"/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3998C44D-F23A-A14D-CF75-A93317E0CE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2583" y="794126"/>
            <a:ext cx="3262217" cy="3694636"/>
          </a:xfrm>
          <a:prstGeom prst="rect">
            <a:avLst/>
          </a:prstGeom>
        </p:spPr>
      </p:pic>
      <p:grpSp>
        <p:nvGrpSpPr>
          <p:cNvPr id="7" name="Graphique 7">
            <a:extLst>
              <a:ext uri="{FF2B5EF4-FFF2-40B4-BE49-F238E27FC236}">
                <a16:creationId xmlns:a16="http://schemas.microsoft.com/office/drawing/2014/main" id="{6C71FC91-8FAF-545A-2D84-D7003DCD4F5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54225" y="4561896"/>
            <a:ext cx="760735" cy="195238"/>
            <a:chOff x="4768103" y="-471733"/>
            <a:chExt cx="744723" cy="191124"/>
          </a:xfrm>
          <a:solidFill>
            <a:srgbClr val="FFFFFF"/>
          </a:solidFill>
        </p:grpSpPr>
        <p:sp>
          <p:nvSpPr>
            <p:cNvPr id="8" name="Forme libre : forme 9">
              <a:extLst>
                <a:ext uri="{FF2B5EF4-FFF2-40B4-BE49-F238E27FC236}">
                  <a16:creationId xmlns:a16="http://schemas.microsoft.com/office/drawing/2014/main" id="{D5C9C854-5F1B-0420-8023-9BB7D3BC5F69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10">
              <a:extLst>
                <a:ext uri="{FF2B5EF4-FFF2-40B4-BE49-F238E27FC236}">
                  <a16:creationId xmlns:a16="http://schemas.microsoft.com/office/drawing/2014/main" id="{75CB2666-0C24-9662-4B33-1A50BA7BA502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rgbClr val="7A00E6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>
                <a:solidFill>
                  <a:schemeClr val="accent2"/>
                </a:solidFill>
              </a:endParaRPr>
            </a:p>
          </p:txBody>
        </p:sp>
        <p:sp>
          <p:nvSpPr>
            <p:cNvPr id="10" name="Forme libre : forme 11">
              <a:extLst>
                <a:ext uri="{FF2B5EF4-FFF2-40B4-BE49-F238E27FC236}">
                  <a16:creationId xmlns:a16="http://schemas.microsoft.com/office/drawing/2014/main" id="{7D15C5D8-E001-E5A6-E047-1964594A2BA0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rgbClr val="7A00E6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7440413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Cover Logo (Light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6B40EEC9-55BA-32A9-B98C-BF150C185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251" y="1260269"/>
            <a:ext cx="3596112" cy="262296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solidFill>
                  <a:schemeClr val="bg1"/>
                </a:solidFill>
                <a:latin typeface="Sanofi Sans" panose="02010503030201020103" pitchFamily="2" charset="77"/>
              </a:defRPr>
            </a:lvl1pPr>
          </a:lstStyle>
          <a:p>
            <a:r>
              <a:rPr lang="fr-FR" dirty="0" err="1"/>
              <a:t>Thank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you</a:t>
            </a:r>
            <a:endParaRPr lang="en-GB" dirty="0"/>
          </a:p>
        </p:txBody>
      </p:sp>
      <p:pic>
        <p:nvPicPr>
          <p:cNvPr id="15" name="Graphique 14">
            <a:extLst>
              <a:ext uri="{FF2B5EF4-FFF2-40B4-BE49-F238E27FC236}">
                <a16:creationId xmlns:a16="http://schemas.microsoft.com/office/drawing/2014/main" id="{1A619FD0-FBEB-99C3-8291-C945FD6BDF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251" y="4561040"/>
            <a:ext cx="767149" cy="195311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4AA6D030-A355-1267-78EF-03703F1B67F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1912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_Cover Logo (Light)">
    <p:bg>
      <p:bgPr>
        <a:solidFill>
          <a:srgbClr val="F3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6B40EEC9-55BA-32A9-B98C-BF150C185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251" y="1260269"/>
            <a:ext cx="3596112" cy="262296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Sanofi Sans" panose="02010503030201020103" pitchFamily="2" charset="77"/>
              </a:defRPr>
            </a:lvl1pPr>
          </a:lstStyle>
          <a:p>
            <a:r>
              <a:rPr lang="fr-FR" dirty="0" err="1"/>
              <a:t>Thank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you</a:t>
            </a:r>
            <a:endParaRPr lang="en-GB" dirty="0"/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4AA6D030-A355-1267-78EF-03703F1B6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" name="Graphique 7">
            <a:extLst>
              <a:ext uri="{FF2B5EF4-FFF2-40B4-BE49-F238E27FC236}">
                <a16:creationId xmlns:a16="http://schemas.microsoft.com/office/drawing/2014/main" id="{1947F354-B6B7-387E-38D7-00FC5E68ED7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54225" y="4561896"/>
            <a:ext cx="760735" cy="195238"/>
            <a:chOff x="4768103" y="-471733"/>
            <a:chExt cx="744723" cy="191124"/>
          </a:xfrm>
          <a:solidFill>
            <a:srgbClr val="FFFFFF"/>
          </a:solidFill>
        </p:grpSpPr>
        <p:sp>
          <p:nvSpPr>
            <p:cNvPr id="4" name="Forme libre : forme 9">
              <a:extLst>
                <a:ext uri="{FF2B5EF4-FFF2-40B4-BE49-F238E27FC236}">
                  <a16:creationId xmlns:a16="http://schemas.microsoft.com/office/drawing/2014/main" id="{60EC3F54-44B6-0946-C4C6-8AD16B220774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" name="Forme libre : forme 10">
              <a:extLst>
                <a:ext uri="{FF2B5EF4-FFF2-40B4-BE49-F238E27FC236}">
                  <a16:creationId xmlns:a16="http://schemas.microsoft.com/office/drawing/2014/main" id="{19BE9A88-2FDB-29D1-C60C-AC0F760ABD8B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rgbClr val="7A00E6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>
                <a:solidFill>
                  <a:schemeClr val="accent2"/>
                </a:solidFill>
              </a:endParaRPr>
            </a:p>
          </p:txBody>
        </p:sp>
        <p:sp>
          <p:nvSpPr>
            <p:cNvPr id="7" name="Forme libre : forme 11">
              <a:extLst>
                <a:ext uri="{FF2B5EF4-FFF2-40B4-BE49-F238E27FC236}">
                  <a16:creationId xmlns:a16="http://schemas.microsoft.com/office/drawing/2014/main" id="{9F383C51-C901-7D8C-8193-2A6AA3F376E0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rgbClr val="7A00E6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999684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Cover Logo (Light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628081E0-C02D-B72F-9EE9-9E138AA6F8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1371" y="934514"/>
            <a:ext cx="2721255" cy="3081967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7B7C9592-08B1-2A89-B95C-CD855437CA4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8937" y="4494624"/>
            <a:ext cx="919661" cy="23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8453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over Logo (Light)">
    <p:bg>
      <p:bgPr>
        <a:solidFill>
          <a:srgbClr val="F3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628081E0-C02D-B72F-9EE9-9E138AA6F8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1371" y="934514"/>
            <a:ext cx="2721255" cy="3081967"/>
          </a:xfrm>
          <a:prstGeom prst="rect">
            <a:avLst/>
          </a:prstGeom>
        </p:spPr>
      </p:pic>
      <p:grpSp>
        <p:nvGrpSpPr>
          <p:cNvPr id="7" name="Graphique 7">
            <a:extLst>
              <a:ext uri="{FF2B5EF4-FFF2-40B4-BE49-F238E27FC236}">
                <a16:creationId xmlns:a16="http://schemas.microsoft.com/office/drawing/2014/main" id="{56BFA37A-C6B9-68C8-A726-4EEE2C468CC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04695" y="4491170"/>
            <a:ext cx="925173" cy="237440"/>
            <a:chOff x="4768103" y="-471733"/>
            <a:chExt cx="744723" cy="191124"/>
          </a:xfrm>
          <a:solidFill>
            <a:srgbClr val="FFFFFF"/>
          </a:solidFill>
        </p:grpSpPr>
        <p:sp>
          <p:nvSpPr>
            <p:cNvPr id="9" name="Forme libre : forme 9">
              <a:extLst>
                <a:ext uri="{FF2B5EF4-FFF2-40B4-BE49-F238E27FC236}">
                  <a16:creationId xmlns:a16="http://schemas.microsoft.com/office/drawing/2014/main" id="{F4EC46C8-6502-6450-38D5-88D15473D63E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10">
              <a:extLst>
                <a:ext uri="{FF2B5EF4-FFF2-40B4-BE49-F238E27FC236}">
                  <a16:creationId xmlns:a16="http://schemas.microsoft.com/office/drawing/2014/main" id="{A377CD3C-F5CC-3564-15A6-3B84CA0D8E72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rgbClr val="7A00E6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>
                <a:solidFill>
                  <a:schemeClr val="accent2"/>
                </a:solidFill>
              </a:endParaRPr>
            </a:p>
          </p:txBody>
        </p:sp>
        <p:sp>
          <p:nvSpPr>
            <p:cNvPr id="11" name="Forme libre : forme 11">
              <a:extLst>
                <a:ext uri="{FF2B5EF4-FFF2-40B4-BE49-F238E27FC236}">
                  <a16:creationId xmlns:a16="http://schemas.microsoft.com/office/drawing/2014/main" id="{EB6C4678-4339-0AED-D997-B67A51481E6E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rgbClr val="7A00E6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647055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1200" y="289130"/>
            <a:ext cx="8485200" cy="72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1191" y="1347442"/>
            <a:ext cx="8478000" cy="320524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</p:spPr>
        <p:txBody>
          <a:bodyPr vert="horz" wrap="square" lIns="0" tIns="0" rIns="0" bIns="0" rtlCol="0" anchor="b"/>
          <a:lstStyle>
            <a:lvl1pPr algn="ctr">
              <a:defRPr sz="900" b="0" i="0" cap="none" baseline="0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Espace réservé de la date 28">
            <a:extLst>
              <a:ext uri="{FF2B5EF4-FFF2-40B4-BE49-F238E27FC236}">
                <a16:creationId xmlns:a16="http://schemas.microsoft.com/office/drawing/2014/main" id="{B6D8E440-8C31-4584-85CD-3DE2B7815CCC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</p:spPr>
        <p:txBody>
          <a:bodyPr vert="horz" wrap="square" lIns="0" tIns="0" rIns="0" bIns="0" rtlCol="0" anchor="b"/>
          <a:lstStyle>
            <a:lvl1pPr algn="r">
              <a:defRPr sz="900" b="0" i="0" spc="20" baseline="0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DE044D9-4EF4-4BC4-BD56-D9E9511C8464}" type="datetime1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 b="0" i="0">
                <a:solidFill>
                  <a:schemeClr val="tx1"/>
                </a:solidFill>
                <a:latin typeface="Sanofi Sans" panose="02010503030201020103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6B54B0F7-55DD-40D6-B7F4-70B586885C0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8B53E49-62D4-2568-F221-180C9BCE31A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369562" y="635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4A569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  <p:grpSp>
        <p:nvGrpSpPr>
          <p:cNvPr id="15" name="Graphique 7">
            <a:extLst>
              <a:ext uri="{FF2B5EF4-FFF2-40B4-BE49-F238E27FC236}">
                <a16:creationId xmlns:a16="http://schemas.microsoft.com/office/drawing/2014/main" id="{C7049287-8A99-33F8-8B8F-1A1B9052C0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43531" y="4758692"/>
            <a:ext cx="823466" cy="211337"/>
            <a:chOff x="4768103" y="-471733"/>
            <a:chExt cx="744723" cy="191124"/>
          </a:xfrm>
          <a:solidFill>
            <a:srgbClr val="FFFFFF"/>
          </a:solidFill>
        </p:grpSpPr>
        <p:sp>
          <p:nvSpPr>
            <p:cNvPr id="16" name="Forme libre : forme 9">
              <a:extLst>
                <a:ext uri="{FF2B5EF4-FFF2-40B4-BE49-F238E27FC236}">
                  <a16:creationId xmlns:a16="http://schemas.microsoft.com/office/drawing/2014/main" id="{B4A50313-9C55-3874-573D-3E9E081A51C5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0">
              <a:extLst>
                <a:ext uri="{FF2B5EF4-FFF2-40B4-BE49-F238E27FC236}">
                  <a16:creationId xmlns:a16="http://schemas.microsoft.com/office/drawing/2014/main" id="{D710D50D-A7FB-849B-E0C2-9B10EBFD233F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rgbClr val="7A00E6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>
                <a:solidFill>
                  <a:schemeClr val="accent2"/>
                </a:solidFill>
              </a:endParaRPr>
            </a:p>
          </p:txBody>
        </p:sp>
        <p:sp>
          <p:nvSpPr>
            <p:cNvPr id="18" name="Forme libre : forme 11">
              <a:extLst>
                <a:ext uri="{FF2B5EF4-FFF2-40B4-BE49-F238E27FC236}">
                  <a16:creationId xmlns:a16="http://schemas.microsoft.com/office/drawing/2014/main" id="{649DC8CF-EF45-9C58-AA55-76CFB29ACE4F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rgbClr val="7A00E6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332367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29" r:id="rId2"/>
    <p:sldLayoutId id="2147483793" r:id="rId3"/>
    <p:sldLayoutId id="2147483792" r:id="rId4"/>
    <p:sldLayoutId id="2147483803" r:id="rId5"/>
    <p:sldLayoutId id="2147483802" r:id="rId6"/>
    <p:sldLayoutId id="2147483665" r:id="rId7"/>
    <p:sldLayoutId id="2147483688" r:id="rId8"/>
    <p:sldLayoutId id="2147483696" r:id="rId9"/>
    <p:sldLayoutId id="2147483698" r:id="rId10"/>
    <p:sldLayoutId id="2147483667" r:id="rId11"/>
    <p:sldLayoutId id="2147483733" r:id="rId12"/>
    <p:sldLayoutId id="2147483673" r:id="rId13"/>
    <p:sldLayoutId id="2147483704" r:id="rId14"/>
    <p:sldLayoutId id="2147483710" r:id="rId15"/>
    <p:sldLayoutId id="2147483747" r:id="rId16"/>
    <p:sldLayoutId id="2147483713" r:id="rId17"/>
    <p:sldLayoutId id="2147483800" r:id="rId18"/>
    <p:sldLayoutId id="2147483801" r:id="rId19"/>
    <p:sldLayoutId id="2147483753" r:id="rId20"/>
    <p:sldLayoutId id="2147483741" r:id="rId21"/>
    <p:sldLayoutId id="2147483742" r:id="rId22"/>
    <p:sldLayoutId id="2147483754" r:id="rId23"/>
    <p:sldLayoutId id="2147483744" r:id="rId24"/>
    <p:sldLayoutId id="2147483746" r:id="rId25"/>
    <p:sldLayoutId id="2147483749" r:id="rId26"/>
    <p:sldLayoutId id="2147483671" r:id="rId27"/>
    <p:sldLayoutId id="2147483683" r:id="rId28"/>
    <p:sldLayoutId id="2147483794" r:id="rId29"/>
    <p:sldLayoutId id="2147483795" r:id="rId30"/>
    <p:sldLayoutId id="2147483796" r:id="rId31"/>
    <p:sldLayoutId id="2147483797" r:id="rId32"/>
    <p:sldLayoutId id="2147483798" r:id="rId33"/>
    <p:sldLayoutId id="2147483799" r:id="rId34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fr-FR" sz="2400" b="0" i="0" kern="1200" dirty="0">
          <a:solidFill>
            <a:schemeClr val="accent1"/>
          </a:solidFill>
          <a:latin typeface="Sanofi Sans" panose="02010503030201020103" pitchFamily="2" charset="77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6858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Sanofi Sans" panose="02010503030201020103" pitchFamily="2" charset="77"/>
          <a:ea typeface="Verdana" panose="020B0604030504040204" pitchFamily="34" charset="0"/>
          <a:cs typeface="Verdana" panose="020B0604030504040204" pitchFamily="34" charset="0"/>
        </a:defRPr>
      </a:lvl1pPr>
      <a:lvl2pPr marL="226800" indent="-226800" algn="l" defTabSz="685800" rtl="0" eaLnBrk="1" latinLnBrk="0" hangingPunct="1">
        <a:lnSpc>
          <a:spcPct val="125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Sanofi Sans" panose="02010503030201020103" pitchFamily="2" charset="77"/>
          <a:ea typeface="Verdana" panose="020B0604030504040204" pitchFamily="34" charset="0"/>
          <a:cs typeface="Verdana" panose="020B0604030504040204" pitchFamily="34" charset="0"/>
        </a:defRPr>
      </a:lvl2pPr>
      <a:lvl3pPr marL="457200" indent="-226800" algn="l" defTabSz="685800" rtl="0" eaLnBrk="1" latinLnBrk="0" hangingPunct="1">
        <a:lnSpc>
          <a:spcPct val="125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Sanofi Sans" panose="02010503030201020103" pitchFamily="2" charset="77"/>
          <a:ea typeface="Verdana" panose="020B0604030504040204" pitchFamily="34" charset="0"/>
          <a:cs typeface="Verdana" panose="020B0604030504040204" pitchFamily="34" charset="0"/>
        </a:defRPr>
      </a:lvl3pPr>
      <a:lvl4pPr marL="684000" indent="-226800" algn="l" defTabSz="685800" rtl="0" eaLnBrk="1" latinLnBrk="0" hangingPunct="1">
        <a:lnSpc>
          <a:spcPct val="125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Sanofi Sans" panose="02010503030201020103" pitchFamily="2" charset="77"/>
          <a:ea typeface="Verdana" panose="020B0604030504040204" pitchFamily="34" charset="0"/>
          <a:cs typeface="Verdana" panose="020B0604030504040204" pitchFamily="34" charset="0"/>
        </a:defRPr>
      </a:lvl4pPr>
      <a:lvl5pPr marL="1005840" indent="-285750" algn="l" defTabSz="685800" rtl="0" eaLnBrk="1" latinLnBrk="0" hangingPunct="1">
        <a:lnSpc>
          <a:spcPct val="125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Sanofi Sans" panose="02010503030201020103" pitchFamily="2" charset="77"/>
          <a:ea typeface="Verdana" panose="020B0604030504040204" pitchFamily="34" charset="0"/>
          <a:cs typeface="Georgia" panose="02040502050405020303" pitchFamily="18" charset="0"/>
        </a:defRPr>
      </a:lvl5pPr>
      <a:lvl6pPr marL="17145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97" userDrawn="1">
          <p15:clr>
            <a:srgbClr val="F26B43"/>
          </p15:clr>
        </p15:guide>
        <p15:guide id="2" pos="1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 hidden="1">
            <a:extLst>
              <a:ext uri="{FF2B5EF4-FFF2-40B4-BE49-F238E27FC236}">
                <a16:creationId xmlns:a16="http://schemas.microsoft.com/office/drawing/2014/main" id="{339781C9-1E38-745E-7CF6-854391DAC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331200" y="-720000"/>
            <a:ext cx="8485200" cy="720000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GB" dirty="0"/>
              <a:t>Cover slide</a:t>
            </a:r>
          </a:p>
        </p:txBody>
      </p:sp>
    </p:spTree>
    <p:extLst>
      <p:ext uri="{BB962C8B-B14F-4D97-AF65-F5344CB8AC3E}">
        <p14:creationId xmlns:p14="http://schemas.microsoft.com/office/powerpoint/2010/main" val="1641384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B26D5E-B4C1-7FFF-7F47-48861E25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59347" y="4912865"/>
            <a:ext cx="1626918" cy="166629"/>
          </a:xfrm>
        </p:spPr>
        <p:txBody>
          <a:bodyPr/>
          <a:lstStyle/>
          <a:p>
            <a:fld id="{F2A8969A-EA3B-4484-906E-5A24E1296767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27E99-CF9D-D1D1-6AB1-601843986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6226" y="4889775"/>
            <a:ext cx="476250" cy="205743"/>
          </a:xfrm>
        </p:spPr>
        <p:txBody>
          <a:bodyPr/>
          <a:lstStyle/>
          <a:p>
            <a:fld id="{6B54B0F7-55DD-40D6-B7F4-70B586885C0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6A225-4D96-8850-F38C-05FBDD694EEF}"/>
              </a:ext>
            </a:extLst>
          </p:cNvPr>
          <p:cNvSpPr txBox="1"/>
          <p:nvPr/>
        </p:nvSpPr>
        <p:spPr>
          <a:xfrm>
            <a:off x="252962" y="104608"/>
            <a:ext cx="8525138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20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SANOFI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1" i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Chasing the Miracles of Science</a:t>
            </a:r>
            <a:endParaRPr lang="en-IN" sz="120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120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Company Overview</a:t>
            </a:r>
            <a:endParaRPr lang="en-IN" sz="120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12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Sanofi</a:t>
            </a: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is an </a:t>
            </a:r>
            <a:r>
              <a:rPr lang="en-IN" sz="12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R&amp;D-driven, AI-powered biopharma company</a:t>
            </a: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committed to improving people's lives and delivering compelling growth.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Our Mission</a:t>
            </a:r>
          </a:p>
          <a:p>
            <a:pPr>
              <a:lnSpc>
                <a:spcPct val="150000"/>
              </a:lnSpc>
              <a:buNone/>
            </a:pPr>
            <a:r>
              <a:rPr lang="en-IN" sz="1200" i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To pursue the miracles of science to improve people's lives</a:t>
            </a:r>
            <a:endParaRPr lang="en-IN" sz="120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120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Core Values</a:t>
            </a:r>
          </a:p>
          <a:p>
            <a:pPr marL="457200">
              <a:lnSpc>
                <a:spcPct val="150000"/>
              </a:lnSpc>
              <a:buNone/>
            </a:pP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IN" sz="12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Innovation</a:t>
            </a: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– Pioneering breakthrough therapies</a:t>
            </a:r>
          </a:p>
          <a:p>
            <a:pPr marL="457200">
              <a:lnSpc>
                <a:spcPct val="150000"/>
              </a:lnSpc>
              <a:buNone/>
            </a:pP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IN" sz="12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Integrity</a:t>
            </a: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– Acting ethically in all we do</a:t>
            </a:r>
          </a:p>
          <a:p>
            <a:pPr marL="457200">
              <a:lnSpc>
                <a:spcPct val="150000"/>
              </a:lnSpc>
              <a:buNone/>
            </a:pP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IN" sz="12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Inclusion</a:t>
            </a: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– Embracing diversity across our global workforce</a:t>
            </a:r>
          </a:p>
          <a:p>
            <a:pPr marL="457200">
              <a:lnSpc>
                <a:spcPct val="150000"/>
              </a:lnSpc>
              <a:buNone/>
            </a:pP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IN" sz="12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Impact</a:t>
            </a: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– Making a meaningful difference for patients worldwide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Global Presence</a:t>
            </a:r>
          </a:p>
          <a:p>
            <a:pPr marL="457200">
              <a:lnSpc>
                <a:spcPct val="150000"/>
              </a:lnSpc>
              <a:buNone/>
            </a:pP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IN" sz="12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Headquarters:</a:t>
            </a: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Paris, France</a:t>
            </a:r>
          </a:p>
          <a:p>
            <a:pPr marL="457200">
              <a:lnSpc>
                <a:spcPct val="150000"/>
              </a:lnSpc>
              <a:buNone/>
            </a:pP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IN" sz="12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Operations:</a:t>
            </a: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100+ countries worldwide</a:t>
            </a:r>
          </a:p>
          <a:p>
            <a:pPr marL="457200">
              <a:lnSpc>
                <a:spcPct val="150000"/>
              </a:lnSpc>
              <a:buNone/>
            </a:pP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IN" sz="12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Employees:</a:t>
            </a: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~90,000 globally</a:t>
            </a:r>
          </a:p>
          <a:p>
            <a:pPr marL="457200">
              <a:lnSpc>
                <a:spcPct val="150000"/>
              </a:lnSpc>
              <a:buNone/>
            </a:pP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IN" sz="12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R&amp;D </a:t>
            </a:r>
            <a:r>
              <a:rPr lang="en-IN" sz="1200" b="1" dirty="0" err="1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Centers</a:t>
            </a:r>
            <a:r>
              <a:rPr lang="en-IN" sz="12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Major hubs across Europe, North America, and Asia</a:t>
            </a:r>
          </a:p>
        </p:txBody>
      </p:sp>
    </p:spTree>
    <p:extLst>
      <p:ext uri="{BB962C8B-B14F-4D97-AF65-F5344CB8AC3E}">
        <p14:creationId xmlns:p14="http://schemas.microsoft.com/office/powerpoint/2010/main" val="3540412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DA25F6-D886-5CB7-661A-143C078608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34973" y="4902868"/>
            <a:ext cx="1626918" cy="166629"/>
          </a:xfrm>
        </p:spPr>
        <p:txBody>
          <a:bodyPr/>
          <a:lstStyle/>
          <a:p>
            <a:fld id="{F2A8969A-EA3B-4484-906E-5A24E1296767}" type="datetime1">
              <a:rPr lang="en-US" smtClean="0">
                <a:latin typeface="Sanofi Serif" panose="020B0604020202020204" charset="0"/>
              </a:rPr>
              <a:t>2/1/2026</a:t>
            </a:fld>
            <a:endParaRPr lang="en-US">
              <a:latin typeface="Sanofi Serif" panose="020B060402020202020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4EA57-8B6E-BD2E-8AFD-133C008C6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7476" y="4875368"/>
            <a:ext cx="476250" cy="205743"/>
          </a:xfrm>
        </p:spPr>
        <p:txBody>
          <a:bodyPr/>
          <a:lstStyle/>
          <a:p>
            <a:fld id="{6B54B0F7-55DD-40D6-B7F4-70B586885C0B}" type="slidenum">
              <a:rPr lang="en-US" smtClean="0">
                <a:latin typeface="Sanofi Serif" panose="020B0604020202020204" charset="0"/>
              </a:rPr>
              <a:pPr/>
              <a:t>3</a:t>
            </a:fld>
            <a:endParaRPr lang="en-US" dirty="0">
              <a:latin typeface="Sanofi Serif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8541B8-E282-9B78-87C9-8A556C675D0B}"/>
              </a:ext>
            </a:extLst>
          </p:cNvPr>
          <p:cNvSpPr txBox="1"/>
          <p:nvPr/>
        </p:nvSpPr>
        <p:spPr>
          <a:xfrm>
            <a:off x="436574" y="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>
              <a:buNone/>
            </a:pPr>
            <a:r>
              <a:rPr lang="en-IN" sz="140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Presentation Overview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B5B3307-DD5A-1651-AC17-5E1EA44F0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893416"/>
              </p:ext>
            </p:extLst>
          </p:nvPr>
        </p:nvGraphicFramePr>
        <p:xfrm>
          <a:off x="481262" y="632518"/>
          <a:ext cx="8369025" cy="2207794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983152">
                  <a:extLst>
                    <a:ext uri="{9D8B030D-6E8A-4147-A177-3AD203B41FA5}">
                      <a16:colId xmlns:a16="http://schemas.microsoft.com/office/drawing/2014/main" val="3911675052"/>
                    </a:ext>
                  </a:extLst>
                </a:gridCol>
                <a:gridCol w="3176337">
                  <a:extLst>
                    <a:ext uri="{9D8B030D-6E8A-4147-A177-3AD203B41FA5}">
                      <a16:colId xmlns:a16="http://schemas.microsoft.com/office/drawing/2014/main" val="2085577058"/>
                    </a:ext>
                  </a:extLst>
                </a:gridCol>
                <a:gridCol w="4209536">
                  <a:extLst>
                    <a:ext uri="{9D8B030D-6E8A-4147-A177-3AD203B41FA5}">
                      <a16:colId xmlns:a16="http://schemas.microsoft.com/office/drawing/2014/main" val="1814858582"/>
                    </a:ext>
                  </a:extLst>
                </a:gridCol>
              </a:tblGrid>
              <a:tr h="378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Slide</a:t>
                      </a:r>
                      <a:endParaRPr lang="en-IN" sz="1200">
                        <a:effectLst/>
                        <a:latin typeface="Sanofi Sans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Section</a:t>
                      </a:r>
                      <a:endParaRPr lang="en-IN" sz="1200">
                        <a:effectLst/>
                        <a:latin typeface="Sanofi Sans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Description</a:t>
                      </a:r>
                      <a:endParaRPr lang="en-IN" sz="1200">
                        <a:effectLst/>
                        <a:latin typeface="Sanofi Sans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784357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1</a:t>
                      </a:r>
                      <a:endParaRPr lang="en-IN" sz="1200">
                        <a:effectLst/>
                        <a:latin typeface="Sanofi Sans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Introduction</a:t>
                      </a:r>
                      <a:endParaRPr lang="en-IN" sz="1200">
                        <a:effectLst/>
                        <a:latin typeface="Sanofi Sans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Company overview, mission, and global presence</a:t>
                      </a:r>
                      <a:endParaRPr lang="en-IN" sz="1200">
                        <a:effectLst/>
                        <a:latin typeface="Sanofi Sans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562473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2</a:t>
                      </a:r>
                      <a:endParaRPr lang="en-IN" sz="1200">
                        <a:effectLst/>
                        <a:latin typeface="Sanofi Sans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Table of Contents</a:t>
                      </a:r>
                      <a:endParaRPr lang="en-IN" sz="1200">
                        <a:effectLst/>
                        <a:latin typeface="Sanofi Sans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Presentation structure and navigation</a:t>
                      </a:r>
                      <a:endParaRPr lang="en-IN" sz="1200">
                        <a:effectLst/>
                        <a:latin typeface="Sanofi Sans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9090329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3</a:t>
                      </a:r>
                      <a:endParaRPr lang="en-IN" sz="1200">
                        <a:effectLst/>
                        <a:latin typeface="Sanofi Sans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General Medicine &amp; Therapeutic Areas</a:t>
                      </a:r>
                      <a:endParaRPr lang="en-IN" sz="1200" dirty="0">
                        <a:effectLst/>
                        <a:latin typeface="Sanofi Sans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Key focus areas, products, and pipeline highlights</a:t>
                      </a:r>
                      <a:endParaRPr lang="en-IN" sz="1200">
                        <a:effectLst/>
                        <a:latin typeface="Sanofi Sans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6128836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4</a:t>
                      </a:r>
                      <a:endParaRPr lang="en-IN" sz="1200">
                        <a:effectLst/>
                        <a:latin typeface="Sanofi Sans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Financial Performance &amp; Key Metrics</a:t>
                      </a:r>
                      <a:endParaRPr lang="en-IN" sz="1200" dirty="0">
                        <a:effectLst/>
                        <a:latin typeface="Sanofi Sans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Q2 2025 results, data charts, and achievements</a:t>
                      </a:r>
                      <a:endParaRPr lang="en-IN" sz="1200" dirty="0">
                        <a:effectLst/>
                        <a:latin typeface="Sanofi Sans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49609028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5</a:t>
                      </a:r>
                      <a:endParaRPr lang="en-IN" sz="1200">
                        <a:effectLst/>
                        <a:latin typeface="Sanofi Sans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References &amp; Sources</a:t>
                      </a:r>
                      <a:endParaRPr lang="en-IN" sz="1200" dirty="0">
                        <a:effectLst/>
                        <a:latin typeface="Sanofi Sans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Data sources and additional resources</a:t>
                      </a:r>
                      <a:endParaRPr lang="en-IN" sz="1200" dirty="0">
                        <a:effectLst/>
                        <a:latin typeface="Sanofi Sans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1729035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D3226D0-A94B-6804-041E-D047968E9E4C}"/>
              </a:ext>
            </a:extLst>
          </p:cNvPr>
          <p:cNvSpPr txBox="1"/>
          <p:nvPr/>
        </p:nvSpPr>
        <p:spPr>
          <a:xfrm>
            <a:off x="385011" y="2853202"/>
            <a:ext cx="7982093" cy="1987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20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Key Topics Covered</a:t>
            </a:r>
            <a:endParaRPr lang="en-IN" sz="120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>
              <a:lnSpc>
                <a:spcPct val="150000"/>
              </a:lnSpc>
              <a:buNone/>
            </a:pP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1. ✓ </a:t>
            </a:r>
            <a:r>
              <a:rPr lang="en-IN" sz="12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Company Introduction &amp; Mission</a:t>
            </a:r>
            <a:endParaRPr lang="en-IN" sz="120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>
              <a:lnSpc>
                <a:spcPct val="150000"/>
              </a:lnSpc>
              <a:buNone/>
            </a:pP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2. ✓ </a:t>
            </a:r>
            <a:r>
              <a:rPr lang="en-IN" sz="12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Therapeutic Focus Areas</a:t>
            </a:r>
            <a:endParaRPr lang="en-IN" sz="120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>
              <a:lnSpc>
                <a:spcPct val="150000"/>
              </a:lnSpc>
              <a:buNone/>
            </a:pP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3. ✓ </a:t>
            </a:r>
            <a:r>
              <a:rPr lang="en-IN" sz="12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Product Portfolio &amp; Pipeline</a:t>
            </a:r>
            <a:endParaRPr lang="en-IN" sz="120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>
              <a:lnSpc>
                <a:spcPct val="150000"/>
              </a:lnSpc>
              <a:buNone/>
            </a:pP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4. ✓ </a:t>
            </a:r>
            <a:r>
              <a:rPr lang="en-IN" sz="12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Q2 2025 Financial Performance</a:t>
            </a:r>
            <a:endParaRPr lang="en-IN" sz="120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>
              <a:lnSpc>
                <a:spcPct val="150000"/>
              </a:lnSpc>
              <a:buNone/>
            </a:pP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5. ✓ </a:t>
            </a:r>
            <a:r>
              <a:rPr lang="en-IN" sz="12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Key Achievements &amp; Recognition</a:t>
            </a:r>
            <a:endParaRPr lang="en-IN" sz="120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>
              <a:lnSpc>
                <a:spcPct val="150000"/>
              </a:lnSpc>
              <a:buNone/>
            </a:pPr>
            <a:r>
              <a:rPr lang="en-IN" sz="12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6. ✓ </a:t>
            </a:r>
            <a:r>
              <a:rPr lang="en-IN" sz="12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Data Visualizations &amp; Metrics</a:t>
            </a:r>
            <a:endParaRPr lang="en-IN" sz="120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392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D3DA4A-1E0F-225F-A8A4-554FDB290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50" dirty="0">
              <a:latin typeface="Sanofi Serif" panose="020B060402020202020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599EE-ED60-8B3A-B695-8C925AF2A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969A-EA3B-4484-906E-5A24E1296767}" type="datetime1">
              <a:rPr lang="en-US" sz="1050" smtClean="0">
                <a:latin typeface="Sanofi Serif" panose="020B0604020202020204" charset="0"/>
              </a:rPr>
              <a:t>2/1/2026</a:t>
            </a:fld>
            <a:endParaRPr lang="en-US" sz="1050">
              <a:latin typeface="Sanofi Serif" panose="020B060402020202020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F9567-B7BE-41EC-868F-56C24CA64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B0F7-55DD-40D6-B7F4-70B586885C0B}" type="slidenum">
              <a:rPr lang="en-US" sz="1050" smtClean="0">
                <a:latin typeface="Sanofi Serif" panose="020B0604020202020204" charset="0"/>
              </a:rPr>
              <a:pPr/>
              <a:t>4</a:t>
            </a:fld>
            <a:endParaRPr lang="en-US" sz="1050" dirty="0">
              <a:latin typeface="Sanofi Serif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AF4A56-E51F-1DBD-F777-0E80082B96AE}"/>
              </a:ext>
            </a:extLst>
          </p:cNvPr>
          <p:cNvSpPr txBox="1"/>
          <p:nvPr/>
        </p:nvSpPr>
        <p:spPr>
          <a:xfrm>
            <a:off x="195943" y="0"/>
            <a:ext cx="4572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05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Sanofi's Therapeutic Focus Areas</a:t>
            </a:r>
            <a:endParaRPr lang="en-IN" sz="105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None/>
            </a:pPr>
            <a:r>
              <a:rPr lang="en-IN" sz="105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Core Therapeutic Areas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072BD43-8A77-43BF-74EA-DDCDD7737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000411"/>
              </p:ext>
            </p:extLst>
          </p:nvPr>
        </p:nvGraphicFramePr>
        <p:xfrm>
          <a:off x="269912" y="385012"/>
          <a:ext cx="8633456" cy="1381915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594615">
                  <a:extLst>
                    <a:ext uri="{9D8B030D-6E8A-4147-A177-3AD203B41FA5}">
                      <a16:colId xmlns:a16="http://schemas.microsoft.com/office/drawing/2014/main" val="449619564"/>
                    </a:ext>
                  </a:extLst>
                </a:gridCol>
                <a:gridCol w="3360899">
                  <a:extLst>
                    <a:ext uri="{9D8B030D-6E8A-4147-A177-3AD203B41FA5}">
                      <a16:colId xmlns:a16="http://schemas.microsoft.com/office/drawing/2014/main" val="1338601792"/>
                    </a:ext>
                  </a:extLst>
                </a:gridCol>
                <a:gridCol w="3677942">
                  <a:extLst>
                    <a:ext uri="{9D8B030D-6E8A-4147-A177-3AD203B41FA5}">
                      <a16:colId xmlns:a16="http://schemas.microsoft.com/office/drawing/2014/main" val="419163772"/>
                    </a:ext>
                  </a:extLst>
                </a:gridCol>
              </a:tblGrid>
              <a:tr h="168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Area`</a:t>
                      </a:r>
                      <a:endParaRPr lang="en-IN" sz="105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Focus</a:t>
                      </a:r>
                      <a:endParaRPr lang="en-IN" sz="105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Key Products/Pipeline</a:t>
                      </a:r>
                      <a:endParaRPr lang="en-IN" sz="105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45142466"/>
                  </a:ext>
                </a:extLst>
              </a:tr>
              <a:tr h="256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Immunology</a:t>
                      </a:r>
                      <a:endParaRPr lang="en-IN" sz="105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Inflammatory diseases, dermatology</a:t>
                      </a:r>
                      <a:endParaRPr lang="en-IN" sz="105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Dupixent (atopic dermatitis, asthma, COPD)</a:t>
                      </a:r>
                      <a:endParaRPr lang="en-IN" sz="105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838686338"/>
                  </a:ext>
                </a:extLst>
              </a:tr>
              <a:tr h="191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Neurology</a:t>
                      </a:r>
                      <a:endParaRPr lang="en-IN" sz="105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Neurological disorders</a:t>
                      </a:r>
                      <a:endParaRPr lang="en-IN" sz="105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Multiple pipeline candidates</a:t>
                      </a:r>
                      <a:endParaRPr lang="en-IN" sz="105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698686032"/>
                  </a:ext>
                </a:extLst>
              </a:tr>
              <a:tr h="191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Oncology</a:t>
                      </a:r>
                      <a:endParaRPr lang="en-IN" sz="105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Cancer treatments</a:t>
                      </a:r>
                      <a:endParaRPr lang="en-IN" sz="105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Sarclisa (multiple myeloma)</a:t>
                      </a:r>
                      <a:endParaRPr lang="en-IN" sz="105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956870470"/>
                  </a:ext>
                </a:extLst>
              </a:tr>
              <a:tr h="191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Rare Diseases</a:t>
                      </a:r>
                      <a:endParaRPr lang="en-IN" sz="105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Genetic &amp; rare conditions</a:t>
                      </a:r>
                      <a:endParaRPr lang="en-IN" sz="105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 err="1">
                          <a:effectLst/>
                        </a:rPr>
                        <a:t>Altuvoct</a:t>
                      </a:r>
                      <a:r>
                        <a:rPr lang="en-IN" sz="1050" dirty="0">
                          <a:effectLst/>
                        </a:rPr>
                        <a:t> (</a:t>
                      </a:r>
                      <a:r>
                        <a:rPr lang="en-IN" sz="1050" dirty="0" err="1">
                          <a:effectLst/>
                        </a:rPr>
                        <a:t>hemophilia</a:t>
                      </a:r>
                      <a:r>
                        <a:rPr lang="en-IN" sz="1050" dirty="0">
                          <a:effectLst/>
                        </a:rPr>
                        <a:t> A), </a:t>
                      </a:r>
                      <a:r>
                        <a:rPr lang="en-IN" sz="1050" dirty="0" err="1">
                          <a:effectLst/>
                        </a:rPr>
                        <a:t>Fitusiran</a:t>
                      </a:r>
                      <a:endParaRPr lang="en-IN" sz="105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902780552"/>
                  </a:ext>
                </a:extLst>
              </a:tr>
              <a:tr h="191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Vaccines</a:t>
                      </a:r>
                      <a:endParaRPr lang="en-IN" sz="105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Preventive immunization</a:t>
                      </a:r>
                      <a:endParaRPr lang="en-IN" sz="105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Rabies prevention, broad portfolio</a:t>
                      </a:r>
                      <a:endParaRPr lang="en-IN" sz="105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93865570"/>
                  </a:ext>
                </a:extLst>
              </a:tr>
              <a:tr h="191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General Medicines</a:t>
                      </a:r>
                      <a:endParaRPr lang="en-IN" sz="105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Established therapies</a:t>
                      </a:r>
                      <a:endParaRPr lang="en-IN" sz="105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Cardiovascular, diabetes care</a:t>
                      </a:r>
                      <a:endParaRPr lang="en-IN" sz="105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5597977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094EA1E-39E5-9088-98A7-84C34185B6B9}"/>
              </a:ext>
            </a:extLst>
          </p:cNvPr>
          <p:cNvSpPr txBox="1"/>
          <p:nvPr/>
        </p:nvSpPr>
        <p:spPr>
          <a:xfrm>
            <a:off x="268132" y="1780674"/>
            <a:ext cx="8119597" cy="33738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IN" sz="105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Key Product Highlights</a:t>
            </a:r>
            <a:endParaRPr lang="en-IN" sz="105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IN" sz="105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Dupixent</a:t>
            </a:r>
            <a:r>
              <a:rPr lang="en-IN" sz="105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– Flagship immunology product</a:t>
            </a:r>
          </a:p>
          <a:p>
            <a:pPr marL="457200">
              <a:lnSpc>
                <a:spcPct val="120000"/>
              </a:lnSpc>
              <a:buNone/>
            </a:pPr>
            <a:r>
              <a:rPr lang="en-IN" sz="105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Approved for multiple indications including atopic dermatitis, asthma</a:t>
            </a:r>
          </a:p>
          <a:p>
            <a:pPr marL="457200">
              <a:lnSpc>
                <a:spcPct val="120000"/>
              </a:lnSpc>
              <a:buNone/>
            </a:pPr>
            <a:r>
              <a:rPr lang="en-IN" sz="105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EU approval for COPD (July 2024)</a:t>
            </a:r>
          </a:p>
          <a:p>
            <a:pPr marL="457200">
              <a:lnSpc>
                <a:spcPct val="120000"/>
              </a:lnSpc>
              <a:buNone/>
            </a:pPr>
            <a:r>
              <a:rPr lang="en-IN" sz="105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Continued label expansions driving growth</a:t>
            </a:r>
          </a:p>
          <a:p>
            <a:pPr>
              <a:lnSpc>
                <a:spcPct val="120000"/>
              </a:lnSpc>
              <a:buNone/>
            </a:pPr>
            <a:r>
              <a:rPr lang="en-IN" sz="105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Recent Regulatory Approvals (Q2 2025):</a:t>
            </a:r>
            <a:endParaRPr lang="en-IN" sz="105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>
              <a:lnSpc>
                <a:spcPct val="120000"/>
              </a:lnSpc>
              <a:buNone/>
            </a:pPr>
            <a:r>
              <a:rPr lang="en-IN" sz="105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Dermatology approvals</a:t>
            </a:r>
          </a:p>
          <a:p>
            <a:pPr marL="457200">
              <a:lnSpc>
                <a:spcPct val="120000"/>
              </a:lnSpc>
              <a:buNone/>
            </a:pPr>
            <a:r>
              <a:rPr lang="en-IN" sz="105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Oncology approvals</a:t>
            </a:r>
          </a:p>
          <a:p>
            <a:pPr marL="457200">
              <a:lnSpc>
                <a:spcPct val="120000"/>
              </a:lnSpc>
              <a:buNone/>
            </a:pPr>
            <a:r>
              <a:rPr lang="en-IN" sz="105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Vaccines approvals</a:t>
            </a:r>
          </a:p>
          <a:p>
            <a:pPr>
              <a:lnSpc>
                <a:spcPct val="120000"/>
              </a:lnSpc>
              <a:buNone/>
            </a:pPr>
            <a:r>
              <a:rPr lang="en-IN" sz="105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R&amp;D Pipeline Strength</a:t>
            </a:r>
            <a:endParaRPr lang="en-IN" sz="105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IN" sz="105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Q2 2025 Pipeline Progress:</a:t>
            </a:r>
            <a:endParaRPr lang="en-IN" sz="105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>
              <a:lnSpc>
                <a:spcPct val="120000"/>
              </a:lnSpc>
              <a:buNone/>
            </a:pPr>
            <a:r>
              <a:rPr lang="en-IN" sz="105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IN" sz="105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3 Phase 3 data readouts</a:t>
            </a:r>
            <a:r>
              <a:rPr lang="en-IN" sz="105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– COPD and rabies prevention</a:t>
            </a:r>
          </a:p>
          <a:p>
            <a:pPr marL="457200">
              <a:lnSpc>
                <a:spcPct val="120000"/>
              </a:lnSpc>
              <a:buNone/>
            </a:pPr>
            <a:r>
              <a:rPr lang="en-IN" sz="105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IN" sz="105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7 Regulatory designations</a:t>
            </a:r>
            <a:r>
              <a:rPr lang="en-IN" sz="105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– Including orphan and fast track designations in rare diseases, neurology, and oncology</a:t>
            </a:r>
            <a:endParaRPr lang="en-IN" sz="1050" b="1" dirty="0">
              <a:solidFill>
                <a:srgbClr val="000000"/>
              </a:solidFill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IN" sz="105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Consumer Healthcare (Opella)</a:t>
            </a:r>
          </a:p>
          <a:p>
            <a:pPr>
              <a:lnSpc>
                <a:spcPct val="120000"/>
              </a:lnSpc>
              <a:buNone/>
            </a:pPr>
            <a:r>
              <a:rPr lang="en-IN" sz="105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 	• Intended separation on track</a:t>
            </a:r>
          </a:p>
          <a:p>
            <a:pPr marL="457200">
              <a:lnSpc>
                <a:spcPct val="120000"/>
              </a:lnSpc>
              <a:buNone/>
            </a:pPr>
            <a:r>
              <a:rPr lang="en-IN" sz="105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Strategic focus on core biopharma business</a:t>
            </a:r>
          </a:p>
          <a:p>
            <a:pPr marL="457200">
              <a:lnSpc>
                <a:spcPct val="120000"/>
              </a:lnSpc>
              <a:buNone/>
            </a:pPr>
            <a:r>
              <a:rPr lang="en-IN" sz="105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Enables greater R&amp;D investment in specialty care</a:t>
            </a:r>
          </a:p>
        </p:txBody>
      </p:sp>
    </p:spTree>
    <p:extLst>
      <p:ext uri="{BB962C8B-B14F-4D97-AF65-F5344CB8AC3E}">
        <p14:creationId xmlns:p14="http://schemas.microsoft.com/office/powerpoint/2010/main" val="2924669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171544-B345-828F-C4E0-DB74F49FDA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81485" y="4976871"/>
            <a:ext cx="1626918" cy="166629"/>
          </a:xfrm>
        </p:spPr>
        <p:txBody>
          <a:bodyPr/>
          <a:lstStyle/>
          <a:p>
            <a:fld id="{F2A8969A-EA3B-4484-906E-5A24E1296767}" type="datetime1">
              <a:rPr lang="en-US" sz="1200" smtClean="0">
                <a:latin typeface="Sanofi Serif" panose="020B0604020202020204" charset="0"/>
              </a:rPr>
              <a:t>2/1/2026</a:t>
            </a:fld>
            <a:endParaRPr lang="en-US" sz="1200">
              <a:latin typeface="Sanofi Serif" panose="020B060402020202020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C3EA9-1E8C-B3FF-C532-AF37A94F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0241" y="4935620"/>
            <a:ext cx="476250" cy="205743"/>
          </a:xfrm>
        </p:spPr>
        <p:txBody>
          <a:bodyPr/>
          <a:lstStyle/>
          <a:p>
            <a:fld id="{6B54B0F7-55DD-40D6-B7F4-70B586885C0B}" type="slidenum">
              <a:rPr lang="en-US" smtClean="0">
                <a:latin typeface="Sanofi Serif" panose="020B0604020202020204" charset="0"/>
              </a:rPr>
              <a:pPr/>
              <a:t>5</a:t>
            </a:fld>
            <a:endParaRPr lang="en-US" dirty="0">
              <a:latin typeface="Sanofi Serif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046C1C-3ECE-702D-71FC-3664B6A195E9}"/>
              </a:ext>
            </a:extLst>
          </p:cNvPr>
          <p:cNvSpPr txBox="1"/>
          <p:nvPr/>
        </p:nvSpPr>
        <p:spPr>
          <a:xfrm>
            <a:off x="231521" y="279716"/>
            <a:ext cx="78514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Q2 2025 Financial Results</a:t>
            </a:r>
            <a:endParaRPr lang="en-IN" sz="120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None/>
            </a:pPr>
            <a:r>
              <a:rPr lang="en-IN" sz="120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TABLE 1: Key Financial Metrics</a:t>
            </a:r>
            <a:endParaRPr lang="en-IN" sz="1200" b="1" dirty="0">
              <a:solidFill>
                <a:srgbClr val="000000"/>
              </a:solidFill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8CB9595-8146-2EEA-188F-BF8299557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132956"/>
              </p:ext>
            </p:extLst>
          </p:nvPr>
        </p:nvGraphicFramePr>
        <p:xfrm>
          <a:off x="300274" y="821280"/>
          <a:ext cx="7942764" cy="1346488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985691">
                  <a:extLst>
                    <a:ext uri="{9D8B030D-6E8A-4147-A177-3AD203B41FA5}">
                      <a16:colId xmlns:a16="http://schemas.microsoft.com/office/drawing/2014/main" val="2446972469"/>
                    </a:ext>
                  </a:extLst>
                </a:gridCol>
                <a:gridCol w="1985691">
                  <a:extLst>
                    <a:ext uri="{9D8B030D-6E8A-4147-A177-3AD203B41FA5}">
                      <a16:colId xmlns:a16="http://schemas.microsoft.com/office/drawing/2014/main" val="3522887942"/>
                    </a:ext>
                  </a:extLst>
                </a:gridCol>
                <a:gridCol w="1985691">
                  <a:extLst>
                    <a:ext uri="{9D8B030D-6E8A-4147-A177-3AD203B41FA5}">
                      <a16:colId xmlns:a16="http://schemas.microsoft.com/office/drawing/2014/main" val="1258592934"/>
                    </a:ext>
                  </a:extLst>
                </a:gridCol>
                <a:gridCol w="1985691">
                  <a:extLst>
                    <a:ext uri="{9D8B030D-6E8A-4147-A177-3AD203B41FA5}">
                      <a16:colId xmlns:a16="http://schemas.microsoft.com/office/drawing/2014/main" val="880163586"/>
                    </a:ext>
                  </a:extLst>
                </a:gridCol>
              </a:tblGrid>
              <a:tr h="236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Metric</a:t>
                      </a:r>
                      <a:endParaRPr lang="en-IN" sz="12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Value</a:t>
                      </a:r>
                      <a:endParaRPr lang="en-IN" sz="12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Growth (CER)*</a:t>
                      </a:r>
                      <a:endParaRPr lang="en-IN" sz="12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Growth (Reported)</a:t>
                      </a:r>
                      <a:endParaRPr lang="en-IN" sz="12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82942235"/>
                  </a:ext>
                </a:extLst>
              </a:tr>
              <a:tr h="236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Company Sales</a:t>
                      </a:r>
                      <a:endParaRPr lang="en-IN" sz="12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€10.0 billion</a:t>
                      </a:r>
                      <a:endParaRPr lang="en-IN" sz="12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+10.1%</a:t>
                      </a:r>
                      <a:endParaRPr lang="en-IN" sz="12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+6.0%</a:t>
                      </a:r>
                      <a:endParaRPr lang="en-IN" sz="12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716813882"/>
                  </a:ext>
                </a:extLst>
              </a:tr>
              <a:tr h="236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Business EPS</a:t>
                      </a:r>
                      <a:endParaRPr lang="en-IN" sz="12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€1.59</a:t>
                      </a:r>
                      <a:endParaRPr lang="en-IN" sz="12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+8.3%</a:t>
                      </a:r>
                      <a:endParaRPr lang="en-IN" sz="12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+1.9%</a:t>
                      </a:r>
                      <a:endParaRPr lang="en-IN" sz="12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345168404"/>
                  </a:ext>
                </a:extLst>
              </a:tr>
              <a:tr h="236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Pharma Launches Sales</a:t>
                      </a:r>
                      <a:endParaRPr lang="en-IN" sz="12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€0.9 billion</a:t>
                      </a:r>
                      <a:endParaRPr lang="en-IN" sz="120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+39.8%</a:t>
                      </a:r>
                      <a:endParaRPr lang="en-IN" sz="120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+39.8%</a:t>
                      </a:r>
                      <a:endParaRPr lang="en-IN" sz="12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663509161"/>
                  </a:ext>
                </a:extLst>
              </a:tr>
              <a:tr h="272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R&amp;D Expenses</a:t>
                      </a:r>
                      <a:endParaRPr lang="en-IN" sz="12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€1.9 billion</a:t>
                      </a:r>
                      <a:endParaRPr lang="en-IN" sz="12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—</a:t>
                      </a:r>
                      <a:endParaRPr lang="en-IN" sz="12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—</a:t>
                      </a:r>
                      <a:endParaRPr lang="en-IN" sz="120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032961297"/>
                  </a:ext>
                </a:extLst>
              </a:tr>
            </a:tbl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9E375B69-74AC-421E-CBB0-0B10B74622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2199685"/>
              </p:ext>
            </p:extLst>
          </p:nvPr>
        </p:nvGraphicFramePr>
        <p:xfrm>
          <a:off x="204022" y="2265070"/>
          <a:ext cx="8092095" cy="2805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87743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D10C8D-A367-ECF2-0AD2-1ABDCDFF39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73097" y="4940174"/>
            <a:ext cx="1626918" cy="166629"/>
          </a:xfrm>
        </p:spPr>
        <p:txBody>
          <a:bodyPr/>
          <a:lstStyle/>
          <a:p>
            <a:fld id="{F2A8969A-EA3B-4484-906E-5A24E1296767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FFC90-FC7D-A3A8-1509-7490DFF32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6225" y="4965401"/>
            <a:ext cx="560268" cy="141402"/>
          </a:xfrm>
        </p:spPr>
        <p:txBody>
          <a:bodyPr/>
          <a:lstStyle/>
          <a:p>
            <a:fld id="{6B54B0F7-55DD-40D6-B7F4-70B586885C0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5AAF0-334A-BC76-E6B3-E85156513BB1}"/>
              </a:ext>
            </a:extLst>
          </p:cNvPr>
          <p:cNvSpPr txBox="1"/>
          <p:nvPr/>
        </p:nvSpPr>
        <p:spPr>
          <a:xfrm>
            <a:off x="280462" y="2089092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Key Achievements &amp; Recognition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73B9434-55A7-D4A9-BEA7-4C2162846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400085"/>
              </p:ext>
            </p:extLst>
          </p:nvPr>
        </p:nvGraphicFramePr>
        <p:xfrm>
          <a:off x="349214" y="2426941"/>
          <a:ext cx="8533530" cy="127878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335887">
                  <a:extLst>
                    <a:ext uri="{9D8B030D-6E8A-4147-A177-3AD203B41FA5}">
                      <a16:colId xmlns:a16="http://schemas.microsoft.com/office/drawing/2014/main" val="1440857691"/>
                    </a:ext>
                  </a:extLst>
                </a:gridCol>
                <a:gridCol w="5197643">
                  <a:extLst>
                    <a:ext uri="{9D8B030D-6E8A-4147-A177-3AD203B41FA5}">
                      <a16:colId xmlns:a16="http://schemas.microsoft.com/office/drawing/2014/main" val="2183489600"/>
                    </a:ext>
                  </a:extLst>
                </a:gridCol>
              </a:tblGrid>
              <a:tr h="237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effectLst/>
                        </a:rPr>
                        <a:t>Achievement</a:t>
                      </a:r>
                      <a:endParaRPr lang="en-IN" sz="100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effectLst/>
                        </a:rPr>
                        <a:t>Details</a:t>
                      </a:r>
                      <a:endParaRPr lang="en-IN" sz="10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629910177"/>
                  </a:ext>
                </a:extLst>
              </a:tr>
              <a:tr h="258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🏆 </a:t>
                      </a:r>
                      <a:r>
                        <a:rPr lang="en-IN" sz="1000" b="1">
                          <a:effectLst/>
                        </a:rPr>
                        <a:t>TIME Magazine</a:t>
                      </a:r>
                      <a:endParaRPr lang="en-IN" sz="10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Ranked </a:t>
                      </a:r>
                      <a:r>
                        <a:rPr lang="en-IN" sz="1000" b="1">
                          <a:effectLst/>
                        </a:rPr>
                        <a:t>7th most sustainable company</a:t>
                      </a:r>
                      <a:r>
                        <a:rPr lang="en-IN" sz="1000">
                          <a:effectLst/>
                        </a:rPr>
                        <a:t> globally</a:t>
                      </a:r>
                      <a:endParaRPr lang="en-IN" sz="10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849773278"/>
                  </a:ext>
                </a:extLst>
              </a:tr>
              <a:tr h="258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effectLst/>
                        </a:rPr>
                        <a:t>🏆 </a:t>
                      </a:r>
                      <a:r>
                        <a:rPr lang="en-IN" sz="1000" b="1" dirty="0">
                          <a:effectLst/>
                        </a:rPr>
                        <a:t>Gartner Supply Chain Top 25</a:t>
                      </a:r>
                      <a:endParaRPr lang="en-IN" sz="100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Recognized in 2025 for supply chain excellence</a:t>
                      </a:r>
                      <a:endParaRPr lang="en-IN" sz="10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689464388"/>
                  </a:ext>
                </a:extLst>
              </a:tr>
              <a:tr h="265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effectLst/>
                        </a:rPr>
                        <a:t>📈 </a:t>
                      </a:r>
                      <a:r>
                        <a:rPr lang="en-IN" sz="1000" b="1" dirty="0">
                          <a:effectLst/>
                        </a:rPr>
                        <a:t>Digital Transformation</a:t>
                      </a:r>
                      <a:endParaRPr lang="en-IN" sz="100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Acknowledged for responsible AI use across product lifecycle</a:t>
                      </a:r>
                      <a:endParaRPr lang="en-IN" sz="100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350294733"/>
                  </a:ext>
                </a:extLst>
              </a:tr>
              <a:tr h="258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effectLst/>
                        </a:rPr>
                        <a:t>🤝 </a:t>
                      </a:r>
                      <a:r>
                        <a:rPr lang="en-IN" sz="1000" b="1" dirty="0">
                          <a:effectLst/>
                        </a:rPr>
                        <a:t>McLaren Racing Partnership</a:t>
                      </a:r>
                      <a:endParaRPr lang="en-IN" sz="100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effectLst/>
                        </a:rPr>
                        <a:t>Accelerating manufacturing efficiency</a:t>
                      </a:r>
                      <a:endParaRPr lang="en-IN" sz="100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94599919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7FDBFA4-86B7-DA7F-219F-B7A916AD5A45}"/>
              </a:ext>
            </a:extLst>
          </p:cNvPr>
          <p:cNvSpPr txBox="1"/>
          <p:nvPr/>
        </p:nvSpPr>
        <p:spPr>
          <a:xfrm>
            <a:off x="259837" y="3636494"/>
            <a:ext cx="8525139" cy="1332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10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Performance Summary</a:t>
            </a:r>
            <a:endParaRPr lang="en-IN" sz="110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>
              <a:lnSpc>
                <a:spcPct val="150000"/>
              </a:lnSpc>
              <a:buNone/>
            </a:pP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✅ </a:t>
            </a:r>
            <a:r>
              <a:rPr lang="en-IN" sz="11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10.1% sales growth</a:t>
            </a: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at constant exchange rates</a:t>
            </a:r>
          </a:p>
          <a:p>
            <a:pPr marL="457200">
              <a:lnSpc>
                <a:spcPct val="150000"/>
              </a:lnSpc>
              <a:buNone/>
            </a:pP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✅ </a:t>
            </a:r>
            <a:r>
              <a:rPr lang="en-IN" sz="11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8.3% Business EPS growth</a:t>
            </a: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at CER</a:t>
            </a:r>
          </a:p>
          <a:p>
            <a:pPr marL="457200">
              <a:lnSpc>
                <a:spcPct val="150000"/>
              </a:lnSpc>
              <a:buNone/>
            </a:pP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✅ </a:t>
            </a:r>
            <a:r>
              <a:rPr lang="en-IN" sz="11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39.8% growth</a:t>
            </a: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in Pharma Launches sales</a:t>
            </a:r>
          </a:p>
          <a:p>
            <a:pPr marL="457200">
              <a:lnSpc>
                <a:spcPct val="150000"/>
              </a:lnSpc>
              <a:buNone/>
            </a:pP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✅ </a:t>
            </a:r>
            <a:r>
              <a:rPr lang="en-IN" sz="11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Strong pipeline execution</a:t>
            </a: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with multiple approvals and designations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2C8B563-1102-31B9-24D7-02CA842572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7426738"/>
              </p:ext>
            </p:extLst>
          </p:nvPr>
        </p:nvGraphicFramePr>
        <p:xfrm>
          <a:off x="130630" y="1"/>
          <a:ext cx="8587108" cy="2351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37049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0973172-3D33-2C8A-DF72-1CEB05AFF882}"/>
              </a:ext>
            </a:extLst>
          </p:cNvPr>
          <p:cNvSpPr txBox="1"/>
          <p:nvPr/>
        </p:nvSpPr>
        <p:spPr>
          <a:xfrm>
            <a:off x="230318" y="10311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Data Sources &amp; References</a:t>
            </a:r>
            <a:endParaRPr lang="en-IN" sz="120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None/>
            </a:pPr>
            <a:r>
              <a:rPr lang="en-IN" sz="120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Primary Sources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C490035-9828-E53E-BA5C-18EE97335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970918"/>
              </p:ext>
            </p:extLst>
          </p:nvPr>
        </p:nvGraphicFramePr>
        <p:xfrm>
          <a:off x="321714" y="593547"/>
          <a:ext cx="8626344" cy="129025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937125">
                  <a:extLst>
                    <a:ext uri="{9D8B030D-6E8A-4147-A177-3AD203B41FA5}">
                      <a16:colId xmlns:a16="http://schemas.microsoft.com/office/drawing/2014/main" val="3605936522"/>
                    </a:ext>
                  </a:extLst>
                </a:gridCol>
                <a:gridCol w="2813771">
                  <a:extLst>
                    <a:ext uri="{9D8B030D-6E8A-4147-A177-3AD203B41FA5}">
                      <a16:colId xmlns:a16="http://schemas.microsoft.com/office/drawing/2014/main" val="1365934471"/>
                    </a:ext>
                  </a:extLst>
                </a:gridCol>
                <a:gridCol w="2875448">
                  <a:extLst>
                    <a:ext uri="{9D8B030D-6E8A-4147-A177-3AD203B41FA5}">
                      <a16:colId xmlns:a16="http://schemas.microsoft.com/office/drawing/2014/main" val="1227063494"/>
                    </a:ext>
                  </a:extLst>
                </a:gridCol>
              </a:tblGrid>
              <a:tr h="322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>
                          <a:effectLst/>
                        </a:rPr>
                        <a:t>Source</a:t>
                      </a:r>
                      <a:endParaRPr lang="en-IN" sz="105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>
                          <a:effectLst/>
                        </a:rPr>
                        <a:t>Description</a:t>
                      </a:r>
                      <a:endParaRPr lang="en-IN" sz="105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>
                          <a:effectLst/>
                        </a:rPr>
                        <a:t>Date</a:t>
                      </a:r>
                      <a:endParaRPr lang="en-IN" sz="105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833884673"/>
                  </a:ext>
                </a:extLst>
              </a:tr>
              <a:tr h="322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>
                          <a:effectLst/>
                        </a:rPr>
                        <a:t>Sanofi Q2 2025 Financial Results</a:t>
                      </a:r>
                      <a:endParaRPr lang="en-IN" sz="105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Official press release</a:t>
                      </a:r>
                      <a:endParaRPr lang="en-IN" sz="105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July 31, 2025</a:t>
                      </a:r>
                      <a:endParaRPr lang="en-IN" sz="105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088741071"/>
                  </a:ext>
                </a:extLst>
              </a:tr>
              <a:tr h="322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>
                          <a:effectLst/>
                        </a:rPr>
                        <a:t>Sanofi Official Website</a:t>
                      </a:r>
                      <a:endParaRPr lang="en-IN" sz="105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www.sanofi.com</a:t>
                      </a:r>
                      <a:endParaRPr lang="en-IN" sz="105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Current</a:t>
                      </a:r>
                      <a:endParaRPr lang="en-IN" sz="105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124619322"/>
                  </a:ext>
                </a:extLst>
              </a:tr>
              <a:tr h="322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>
                          <a:effectLst/>
                        </a:rPr>
                        <a:t>Sanofi SharePoint</a:t>
                      </a:r>
                      <a:endParaRPr lang="en-IN" sz="105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Internal communications</a:t>
                      </a:r>
                      <a:endParaRPr lang="en-IN" sz="105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Current</a:t>
                      </a:r>
                      <a:endParaRPr lang="en-IN" sz="1050" dirty="0">
                        <a:effectLst/>
                        <a:latin typeface="Sanofi Serif" panose="020B060402020202020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13875300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EF849B6-12C0-F7DE-5690-37A90F20C088}"/>
              </a:ext>
            </a:extLst>
          </p:cNvPr>
          <p:cNvSpPr txBox="1"/>
          <p:nvPr/>
        </p:nvSpPr>
        <p:spPr>
          <a:xfrm>
            <a:off x="295632" y="1980054"/>
            <a:ext cx="8561029" cy="3060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None/>
            </a:pPr>
            <a:r>
              <a:rPr lang="en-IN" sz="110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Recognition &amp; Rankings</a:t>
            </a:r>
            <a:endParaRPr lang="en-IN" sz="110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>
              <a:lnSpc>
                <a:spcPct val="110000"/>
              </a:lnSpc>
              <a:buNone/>
            </a:pP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IN" sz="11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Gartner Supply Chain Top 25</a:t>
            </a: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– 2025 Recognition</a:t>
            </a:r>
          </a:p>
          <a:p>
            <a:pPr marL="457200">
              <a:lnSpc>
                <a:spcPct val="110000"/>
              </a:lnSpc>
              <a:buNone/>
            </a:pP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IN" sz="11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TIME Magazine</a:t>
            </a: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– World's Most Sustainable Companies Rankings</a:t>
            </a:r>
          </a:p>
          <a:p>
            <a:pPr>
              <a:lnSpc>
                <a:spcPct val="110000"/>
              </a:lnSpc>
              <a:buNone/>
            </a:pPr>
            <a:r>
              <a:rPr lang="en-IN" sz="110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Additional Resources</a:t>
            </a:r>
            <a:endParaRPr lang="en-IN" sz="110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>
              <a:lnSpc>
                <a:spcPct val="110000"/>
              </a:lnSpc>
              <a:buNone/>
            </a:pP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IN" sz="11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Investor Relations:</a:t>
            </a: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www.sanofi.com/en/investors</a:t>
            </a:r>
          </a:p>
          <a:p>
            <a:pPr marL="457200">
              <a:lnSpc>
                <a:spcPct val="110000"/>
              </a:lnSpc>
              <a:buNone/>
            </a:pP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IN" sz="11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Press Releases:</a:t>
            </a: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www.sanofi.com/en/media-room/press-releases</a:t>
            </a:r>
          </a:p>
          <a:p>
            <a:pPr marL="457200">
              <a:lnSpc>
                <a:spcPct val="110000"/>
              </a:lnSpc>
              <a:buNone/>
            </a:pP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IN" sz="11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Clinical Trials:</a:t>
            </a: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www.sanofi.com/en/our-science/clinical-trials-results</a:t>
            </a:r>
          </a:p>
          <a:p>
            <a:pPr>
              <a:lnSpc>
                <a:spcPct val="110000"/>
              </a:lnSpc>
              <a:buNone/>
            </a:pPr>
            <a:r>
              <a:rPr lang="en-IN" sz="110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Notes</a:t>
            </a:r>
            <a:endParaRPr lang="en-IN" sz="110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>
              <a:lnSpc>
                <a:spcPct val="110000"/>
              </a:lnSpc>
              <a:buNone/>
            </a:pP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All financial data as of </a:t>
            </a:r>
            <a:r>
              <a:rPr lang="en-IN" sz="11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Q2 2025</a:t>
            </a:r>
            <a:endParaRPr lang="en-IN" sz="110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>
              <a:lnSpc>
                <a:spcPct val="110000"/>
              </a:lnSpc>
              <a:buNone/>
            </a:pP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Growth rates at </a:t>
            </a:r>
            <a:r>
              <a:rPr lang="en-IN" sz="11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Constant Exchange Rates (CER)</a:t>
            </a: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unless otherwise stated</a:t>
            </a:r>
          </a:p>
          <a:p>
            <a:pPr marL="457200">
              <a:lnSpc>
                <a:spcPct val="110000"/>
              </a:lnSpc>
              <a:buNone/>
            </a:pP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Presentation prepared </a:t>
            </a:r>
            <a:r>
              <a:rPr lang="en-IN" sz="11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January 2026</a:t>
            </a:r>
            <a:endParaRPr lang="en-IN" sz="110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>
              <a:lnSpc>
                <a:spcPct val="110000"/>
              </a:lnSpc>
              <a:buNone/>
            </a:pP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• For definitions of financial indicators, refer to official Q2 2025 press release</a:t>
            </a:r>
          </a:p>
          <a:p>
            <a:pPr>
              <a:lnSpc>
                <a:spcPct val="110000"/>
              </a:lnSpc>
              <a:buNone/>
            </a:pPr>
            <a:r>
              <a:rPr lang="en-IN" sz="1100" b="1" dirty="0">
                <a:solidFill>
                  <a:srgbClr val="000000"/>
                </a:solidFill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Contact Information</a:t>
            </a:r>
            <a:endParaRPr lang="en-IN" sz="110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IN" sz="11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Sanofi Global Headquarters</a:t>
            </a: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54 rue La </a:t>
            </a:r>
            <a:r>
              <a:rPr lang="en-IN" sz="1100" dirty="0" err="1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Boétie</a:t>
            </a: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75008 Paris, France</a:t>
            </a:r>
          </a:p>
          <a:p>
            <a:pPr>
              <a:lnSpc>
                <a:spcPct val="110000"/>
              </a:lnSpc>
              <a:buNone/>
            </a:pPr>
            <a:r>
              <a:rPr lang="en-IN" sz="1100" b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Website:</a:t>
            </a:r>
            <a:r>
              <a:rPr lang="en-IN" sz="1100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 www.sanofi.com</a:t>
            </a:r>
          </a:p>
          <a:p>
            <a:pPr>
              <a:lnSpc>
                <a:spcPct val="110000"/>
              </a:lnSpc>
              <a:buNone/>
            </a:pPr>
            <a:r>
              <a:rPr lang="en-IN" sz="1100" i="1" dirty="0">
                <a:effectLst/>
                <a:latin typeface="Sanofi Serif" panose="020B0604020202020204" charset="0"/>
                <a:ea typeface="Verdana" panose="020B0604030504040204" pitchFamily="34" charset="0"/>
                <a:cs typeface="Verdana" panose="020B0604030504040204" pitchFamily="34" charset="0"/>
              </a:rPr>
              <a:t>This presentation contains forward-looking statements. Actual results may differ materially from those expressed or implied.</a:t>
            </a:r>
            <a:endParaRPr lang="en-IN" sz="1100" dirty="0">
              <a:effectLst/>
              <a:latin typeface="Sanofi Serif" panose="020B060402020202020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857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5737C8-B6F8-21D3-BD07-4F4C54DDB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</a:t>
            </a:r>
            <a:br>
              <a:rPr lang="en-GB" dirty="0"/>
            </a:br>
            <a:r>
              <a:rPr lang="en-GB" i="1" dirty="0">
                <a:solidFill>
                  <a:schemeClr val="accent2"/>
                </a:solidFill>
                <a:latin typeface="Sanofi Serif" panose="02060503060201020102" pitchFamily="18" charset="77"/>
              </a:rPr>
              <a:t>you</a:t>
            </a:r>
            <a:endParaRPr lang="en-GB" dirty="0">
              <a:solidFill>
                <a:schemeClr val="accent2"/>
              </a:solidFill>
              <a:latin typeface="Sanofi Serif" panose="02060503060201020102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57518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193AD1-1465-4E4E-C638-49434AE81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Accessibility statement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2BBF4EAC-91C9-8877-043D-1CD1C96D7D5A}"/>
              </a:ext>
            </a:extLst>
          </p:cNvPr>
          <p:cNvSpPr txBox="1">
            <a:spLocks/>
          </p:cNvSpPr>
          <p:nvPr/>
        </p:nvSpPr>
        <p:spPr>
          <a:xfrm>
            <a:off x="327600" y="967244"/>
            <a:ext cx="8478000" cy="3209012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6800" indent="-226800" algn="l" defTabSz="685800" rtl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457200" indent="-226800" algn="l" defTabSz="685800" rtl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84000" indent="-226800" algn="l" defTabSz="685800" rtl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005840" indent="-285750" algn="l" defTabSz="685800" rtl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Georgia" panose="02040502050405020303" pitchFamily="18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Sanofi Sans" panose="02010503030201020103" pitchFamily="2" charset="77"/>
              </a:rPr>
              <a:t>At Sanofi, we are committed to making our </a:t>
            </a:r>
          </a:p>
          <a:p>
            <a:r>
              <a:rPr lang="en-GB" dirty="0">
                <a:latin typeface="Sanofi Sans" panose="02010503030201020103" pitchFamily="2" charset="77"/>
              </a:rPr>
              <a:t>materials accessible to everyone regardless of </a:t>
            </a:r>
          </a:p>
          <a:p>
            <a:r>
              <a:rPr lang="en-GB" dirty="0">
                <a:latin typeface="Sanofi Sans" panose="02010503030201020103" pitchFamily="2" charset="77"/>
              </a:rPr>
              <a:t>ability or disability.</a:t>
            </a:r>
          </a:p>
          <a:p>
            <a:endParaRPr lang="en-GB" dirty="0">
              <a:latin typeface="Sanofi Sans" panose="02010503030201020103" pitchFamily="2" charset="77"/>
            </a:endParaRPr>
          </a:p>
          <a:p>
            <a:r>
              <a:rPr lang="en-GB" dirty="0">
                <a:latin typeface="Sanofi Sans" panose="02010503030201020103" pitchFamily="2" charset="77"/>
              </a:rPr>
              <a:t>As we are on our journey to a more inclusive </a:t>
            </a:r>
          </a:p>
          <a:p>
            <a:r>
              <a:rPr lang="en-GB" dirty="0">
                <a:latin typeface="Sanofi Sans" panose="02010503030201020103" pitchFamily="2" charset="77"/>
              </a:rPr>
              <a:t>workplace, we welcome your feedback! If you </a:t>
            </a:r>
          </a:p>
          <a:p>
            <a:r>
              <a:rPr lang="en-GB" dirty="0">
                <a:latin typeface="Sanofi Sans" panose="02010503030201020103" pitchFamily="2" charset="77"/>
              </a:rPr>
              <a:t>experience any issues accessing any information </a:t>
            </a:r>
          </a:p>
          <a:p>
            <a:r>
              <a:rPr lang="en-GB" dirty="0">
                <a:latin typeface="Sanofi Sans" panose="02010503030201020103" pitchFamily="2" charset="77"/>
              </a:rPr>
              <a:t>in this document, please contact:</a:t>
            </a:r>
          </a:p>
          <a:p>
            <a:endParaRPr lang="en-GB" dirty="0">
              <a:latin typeface="Sanofi Sans" panose="02010503030201020103" pitchFamily="2" charset="77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14313" indent="-214313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GB" i="1" dirty="0">
                <a:solidFill>
                  <a:schemeClr val="accent2"/>
                </a:solidFill>
                <a:latin typeface="Sanofi Serif" panose="02060503060201020102" pitchFamily="18" charset="77"/>
                <a:ea typeface="Calibri" panose="020F0502020204030204" pitchFamily="34" charset="0"/>
                <a:cs typeface="Arial" panose="020B0604020202020204" pitchFamily="34" charset="0"/>
              </a:rPr>
              <a:t>Atukuri Maithili 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chemeClr val="accent1"/>
                </a:solidFill>
                <a:latin typeface="Sanofi Sans" panose="02010503030201020103" pitchFamily="2" charset="77"/>
                <a:ea typeface="Calibri" panose="020F0502020204030204" pitchFamily="34" charset="0"/>
                <a:cs typeface="Arial" panose="020B0604020202020204" pitchFamily="34" charset="0"/>
              </a:rPr>
              <a:t>Maithili.Atukuri@sanofi.com</a:t>
            </a:r>
            <a:endParaRPr lang="en-GB" sz="1100" i="1" dirty="0">
              <a:solidFill>
                <a:schemeClr val="accent1"/>
              </a:solidFill>
              <a:latin typeface="Sanofi Sans" panose="02010503030201020103" pitchFamily="2" charset="77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chemeClr val="accent1"/>
                </a:solidFill>
                <a:latin typeface="Sanofi Sans" panose="02010503030201020103" pitchFamily="2" charset="77"/>
                <a:ea typeface="Calibri" panose="020F0502020204030204" pitchFamily="34" charset="0"/>
                <a:cs typeface="Arial" panose="020B0604020202020204" pitchFamily="34" charset="0"/>
              </a:rPr>
              <a:t>9121264022</a:t>
            </a:r>
            <a:endParaRPr lang="en-GB" sz="1100" i="1" dirty="0">
              <a:solidFill>
                <a:schemeClr val="accent1"/>
              </a:solidFill>
              <a:latin typeface="Sanofi Sans" panose="02010503030201020103" pitchFamily="2" charset="77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CH" dirty="0">
              <a:latin typeface="Sanofi Sans" panose="02010503030201020103" pitchFamily="2" charset="77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48A185D-971F-FA1D-092D-E1578536E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340"/>
          <a:stretch/>
        </p:blipFill>
        <p:spPr bwMode="auto">
          <a:xfrm>
            <a:off x="4838700" y="1271530"/>
            <a:ext cx="4305300" cy="396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C25524-3647-1F77-6ECA-53B74E5294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55BD18-8217-F65B-7A6A-C973BBCE172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B1E80A4-6D43-4E72-B938-46CBD332905E}" type="datetime1">
              <a:rPr lang="en-US" smtClean="0"/>
              <a:t>2/1/2026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3A56C8-B575-DF02-3C99-5945A038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B0F7-55DD-40D6-B7F4-70B586885C0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655127"/>
      </p:ext>
    </p:extLst>
  </p:cSld>
  <p:clrMapOvr>
    <a:masterClrMapping/>
  </p:clrMapOvr>
</p:sld>
</file>

<file path=ppt/theme/theme1.xml><?xml version="1.0" encoding="utf-8"?>
<a:theme xmlns:a="http://schemas.openxmlformats.org/drawingml/2006/main" name="Sanofi">
  <a:themeElements>
    <a:clrScheme name="Sanofi (Optimized)">
      <a:dk1>
        <a:sysClr val="windowText" lastClr="000000"/>
      </a:dk1>
      <a:lt1>
        <a:sysClr val="window" lastClr="FFFFFF"/>
      </a:lt1>
      <a:dk2>
        <a:srgbClr val="F4F2F6"/>
      </a:dk2>
      <a:lt2>
        <a:srgbClr val="F5F5F5"/>
      </a:lt2>
      <a:accent1>
        <a:srgbClr val="23004C"/>
      </a:accent1>
      <a:accent2>
        <a:srgbClr val="7A00E6"/>
      </a:accent2>
      <a:accent3>
        <a:srgbClr val="268500"/>
      </a:accent3>
      <a:accent4>
        <a:srgbClr val="DA3A16"/>
      </a:accent4>
      <a:accent5>
        <a:srgbClr val="D515B9"/>
      </a:accent5>
      <a:accent6>
        <a:srgbClr val="007FAD"/>
      </a:accent6>
      <a:hlink>
        <a:srgbClr val="7A00E6"/>
      </a:hlink>
      <a:folHlink>
        <a:srgbClr val="23004C"/>
      </a:folHlink>
    </a:clrScheme>
    <a:fontScheme name="00. Sanofi System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dirty="0" smtClean="0">
            <a:solidFill>
              <a:schemeClr val="bg1"/>
            </a:solidFill>
            <a:latin typeface="Sanofi Sans" panose="02010503030201020103" pitchFamily="2" charset="77"/>
          </a:defRPr>
        </a:defPPr>
      </a:lstStyle>
    </a:txDef>
  </a:objectDefaults>
  <a:extraClrSchemeLst/>
  <a:custClrLst>
    <a:custClr name="Black">
      <a:srgbClr val="000000"/>
    </a:custClr>
    <a:custClr name="White">
      <a:srgbClr val="FFFFFF"/>
    </a:custClr>
    <a:custClr name="Support Gray">
      <a:srgbClr val="F4F2F6"/>
    </a:custClr>
    <a:custClr name="Miracle Purple">
      <a:srgbClr val="23004C"/>
    </a:custClr>
    <a:custClr name="Purple -1">
      <a:srgbClr val="370077"/>
    </a:custClr>
    <a:custClr name="Purple -2">
      <a:srgbClr val="5500B9"/>
    </a:custClr>
    <a:custClr name="Miracle Purple">
      <a:srgbClr val="7A00E6"/>
    </a:custClr>
    <a:custClr name="Purple +1">
      <a:srgbClr val="5C00AD"/>
    </a:custClr>
    <a:custClr name="Purple +2">
      <a:srgbClr val="3D0073"/>
    </a:custClr>
    <a:custClr name="Green">
      <a:srgbClr val="268500"/>
    </a:custClr>
    <a:custClr name="Green +1">
      <a:srgbClr val="1D6400"/>
    </a:custClr>
    <a:custClr name="Green +2">
      <a:srgbClr val="134200"/>
    </a:custClr>
    <a:custClr name="Red">
      <a:srgbClr val="DA3A16"/>
    </a:custClr>
    <a:custClr name="Red +1">
      <a:srgbClr val="A32C10"/>
    </a:custClr>
    <a:custClr name="Red +2">
      <a:srgbClr val="6D1D0B"/>
    </a:custClr>
    <a:custClr name="Pink">
      <a:srgbClr val="D515B9"/>
    </a:custClr>
    <a:custClr name="Pink +1">
      <a:srgbClr val="A0108B"/>
    </a:custClr>
    <a:custClr name="Pink +2">
      <a:srgbClr val="6A0B5D"/>
    </a:custClr>
    <a:custClr name="Blue">
      <a:srgbClr val="007FAD"/>
    </a:custClr>
    <a:custClr name="Blue +1">
      <a:srgbClr val="005F82"/>
    </a:custClr>
    <a:custClr name="Blue +2">
      <a:srgbClr val="003F57"/>
    </a:custClr>
  </a:custClrLst>
  <a:extLst>
    <a:ext uri="{05A4C25C-085E-4340-85A3-A5531E510DB2}">
      <thm15:themeFamily xmlns:thm15="http://schemas.microsoft.com/office/thememl/2012/main" name="Inspirational presentation V6 241210" id="{32348055-56A6-486C-8D31-14D9C8632133}" vid="{0F996842-CA0A-4B09-A431-3F9F6AB8013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503793-8AD6-4272-8F2C-C7493C5A9F85}">
  <we:reference id="1d3bb869-dfe9-409b-95f2-98016482b42b" version="1.0.0.6" store="EXCatalog" storeType="EXCatalog"/>
  <we:alternateReferences>
    <we:reference id="WA200009087" version="1.0.0.6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A50F22FAD5A647A9B8EDFD31904E60" ma:contentTypeVersion="14" ma:contentTypeDescription="Crée un document." ma:contentTypeScope="" ma:versionID="028688e479981b1b2231caf264163876">
  <xsd:schema xmlns:xsd="http://www.w3.org/2001/XMLSchema" xmlns:xs="http://www.w3.org/2001/XMLSchema" xmlns:p="http://schemas.microsoft.com/office/2006/metadata/properties" xmlns:ns2="7fbb41e9-fcb6-4c1b-981c-47eae420dd05" xmlns:ns3="9fc254b2-9f58-440a-ae2c-8b96dd8f1a33" targetNamespace="http://schemas.microsoft.com/office/2006/metadata/properties" ma:root="true" ma:fieldsID="3a6341a6730274af9109b8065b44ff4c" ns2:_="" ns3:_="">
    <xsd:import namespace="7fbb41e9-fcb6-4c1b-981c-47eae420dd05"/>
    <xsd:import namespace="9fc254b2-9f58-440a-ae2c-8b96dd8f1a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BillingMetadata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bb41e9-fcb6-4c1b-981c-47eae420dd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4fb0b088-da3c-47ed-872c-fc1360427a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c254b2-9f58-440a-ae2c-8b96dd8f1a3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a1024ee-6b3b-41f1-ac71-b513cad1eacd}" ma:internalName="TaxCatchAll" ma:showField="CatchAllData" ma:web="9fc254b2-9f58-440a-ae2c-8b96dd8f1a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fbb41e9-fcb6-4c1b-981c-47eae420dd05">
      <Terms xmlns="http://schemas.microsoft.com/office/infopath/2007/PartnerControls"/>
    </lcf76f155ced4ddcb4097134ff3c332f>
    <TaxCatchAll xmlns="9fc254b2-9f58-440a-ae2c-8b96dd8f1a3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62C575-1EA9-4863-B2E4-EFFE898C8F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bb41e9-fcb6-4c1b-981c-47eae420dd05"/>
    <ds:schemaRef ds:uri="9fc254b2-9f58-440a-ae2c-8b96dd8f1a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37B58BE-5C3A-4840-A409-4EB32649CC53}">
  <ds:schemaRefs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7fbb41e9-fcb6-4c1b-981c-47eae420dd05"/>
    <ds:schemaRef ds:uri="9fc254b2-9f58-440a-ae2c-8b96dd8f1a33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8D289C8-FCBD-47D6-A28B-8CD4E8BB355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e3dcb88-8425-4e1d-b1a3-bd5572915bbc}" enabled="1" method="Privileged" siteId="{aca3c8d6-aa71-4e1a-a10e-03572fc58c0b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Inspirational presentation V6 241210</Template>
  <TotalTime>436</TotalTime>
  <Words>827</Words>
  <Application>Microsoft Office PowerPoint</Application>
  <PresentationFormat>On-screen Show (16:9)</PresentationFormat>
  <Paragraphs>180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Calibri</vt:lpstr>
      <vt:lpstr>Sanofi Sans 3 Regular</vt:lpstr>
      <vt:lpstr>Sanofi Serif</vt:lpstr>
      <vt:lpstr>Arial</vt:lpstr>
      <vt:lpstr>Verdana</vt:lpstr>
      <vt:lpstr>Sanofi Sans</vt:lpstr>
      <vt:lpstr>Georgia</vt:lpstr>
      <vt:lpstr>Sanofi</vt:lpstr>
      <vt:lpstr>Cover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Accessibility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Blask, Emmy /FR/EXT</dc:creator>
  <cp:lastModifiedBy>Atukuri, Maithili /IN/EXT</cp:lastModifiedBy>
  <cp:revision>9</cp:revision>
  <dcterms:created xsi:type="dcterms:W3CDTF">2025-06-23T12:31:48Z</dcterms:created>
  <dcterms:modified xsi:type="dcterms:W3CDTF">2026-02-01T14:55:59Z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0x01010011A50F22FAD5A647A9B8EDFD31904E60</vt:lpwstr>
  </property>
  <property fmtid="{D5CDD505-2E9C-101B-9397-08002B2CF9AE}" pid="3" name="MediaServiceImageTags">
    <vt:lpwstr/>
  </property>
  <property fmtid="{D5CDD505-2E9C-101B-9397-08002B2CF9AE}" pid="4" name="MSIP_Label_9e3dcb88-8425-4e1d-b1a3-bd5572915bbc_Enabled">
    <vt:lpwstr>true</vt:lpwstr>
  </property>
  <property fmtid="{D5CDD505-2E9C-101B-9397-08002B2CF9AE}" pid="5" name="MSIP_Label_9e3dcb88-8425-4e1d-b1a3-bd5572915bbc_SetDate">
    <vt:lpwstr>2025-06-23T13:34:18Z</vt:lpwstr>
  </property>
  <property fmtid="{D5CDD505-2E9C-101B-9397-08002B2CF9AE}" pid="6" name="MSIP_Label_9e3dcb88-8425-4e1d-b1a3-bd5572915bbc_Method">
    <vt:lpwstr>Privileged</vt:lpwstr>
  </property>
  <property fmtid="{D5CDD505-2E9C-101B-9397-08002B2CF9AE}" pid="7" name="MSIP_Label_9e3dcb88-8425-4e1d-b1a3-bd5572915bbc_Name">
    <vt:lpwstr>Internal</vt:lpwstr>
  </property>
  <property fmtid="{D5CDD505-2E9C-101B-9397-08002B2CF9AE}" pid="8" name="MSIP_Label_9e3dcb88-8425-4e1d-b1a3-bd5572915bbc_SiteId">
    <vt:lpwstr>aca3c8d6-aa71-4e1a-a10e-03572fc58c0b</vt:lpwstr>
  </property>
  <property fmtid="{D5CDD505-2E9C-101B-9397-08002B2CF9AE}" pid="9" name="MSIP_Label_9e3dcb88-8425-4e1d-b1a3-bd5572915bbc_ActionId">
    <vt:lpwstr>f1c42d6e-5e46-4a3a-bf81-3c89d5b4a34b</vt:lpwstr>
  </property>
  <property fmtid="{D5CDD505-2E9C-101B-9397-08002B2CF9AE}" pid="10" name="MSIP_Label_9e3dcb88-8425-4e1d-b1a3-bd5572915bbc_ContentBits">
    <vt:lpwstr>1</vt:lpwstr>
  </property>
  <property fmtid="{D5CDD505-2E9C-101B-9397-08002B2CF9AE}" pid="11" name="ClassificationContentMarkingHeaderLocations">
    <vt:lpwstr>Sanofi:7</vt:lpwstr>
  </property>
  <property fmtid="{D5CDD505-2E9C-101B-9397-08002B2CF9AE}" pid="12" name="ClassificationContentMarkingHeaderText">
    <vt:lpwstr>Internal</vt:lpwstr>
  </property>
</Properties>
</file>